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70" r:id="rId4"/>
    <p:sldId id="265" r:id="rId5"/>
    <p:sldId id="274" r:id="rId6"/>
    <p:sldId id="269" r:id="rId7"/>
    <p:sldId id="261" r:id="rId8"/>
    <p:sldId id="266" r:id="rId9"/>
    <p:sldId id="277" r:id="rId10"/>
    <p:sldId id="278" r:id="rId11"/>
    <p:sldId id="267" r:id="rId12"/>
    <p:sldId id="268" r:id="rId13"/>
    <p:sldId id="271" r:id="rId14"/>
    <p:sldId id="279" r:id="rId15"/>
    <p:sldId id="273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717"/>
    <a:srgbClr val="3B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den Kadiri" userId="745fb9c10576bb83" providerId="LiveId" clId="{F572C1A7-9CBF-405D-95BE-BA9926A2A3F7}"/>
    <pc:docChg chg="undo custSel addSld delSld modSld">
      <pc:chgData name="Jaden Kadiri" userId="745fb9c10576bb83" providerId="LiveId" clId="{F572C1A7-9CBF-405D-95BE-BA9926A2A3F7}" dt="2026-05-16T15:22:39.073" v="1259" actId="680"/>
      <pc:docMkLst>
        <pc:docMk/>
      </pc:docMkLst>
      <pc:sldChg chg="modSp add del mod">
        <pc:chgData name="Jaden Kadiri" userId="745fb9c10576bb83" providerId="LiveId" clId="{F572C1A7-9CBF-405D-95BE-BA9926A2A3F7}" dt="2026-05-12T10:45:10.193" v="553" actId="2085"/>
        <pc:sldMkLst>
          <pc:docMk/>
          <pc:sldMk cId="4023650241" sldId="256"/>
        </pc:sldMkLst>
        <pc:spChg chg="mod">
          <ac:chgData name="Jaden Kadiri" userId="745fb9c10576bb83" providerId="LiveId" clId="{F572C1A7-9CBF-405D-95BE-BA9926A2A3F7}" dt="2026-05-12T10:45:10.193" v="553" actId="2085"/>
          <ac:spMkLst>
            <pc:docMk/>
            <pc:sldMk cId="4023650241" sldId="256"/>
            <ac:spMk id="4" creationId="{92A60EC3-E9E5-D19F-46B7-409BF22FB646}"/>
          </ac:spMkLst>
        </pc:spChg>
      </pc:sldChg>
      <pc:sldChg chg="modSp add mod">
        <pc:chgData name="Jaden Kadiri" userId="745fb9c10576bb83" providerId="LiveId" clId="{F572C1A7-9CBF-405D-95BE-BA9926A2A3F7}" dt="2026-05-12T08:38:31.308" v="108" actId="208"/>
        <pc:sldMkLst>
          <pc:docMk/>
          <pc:sldMk cId="1248927030" sldId="261"/>
        </pc:sldMkLst>
        <pc:spChg chg="mod">
          <ac:chgData name="Jaden Kadiri" userId="745fb9c10576bb83" providerId="LiveId" clId="{F572C1A7-9CBF-405D-95BE-BA9926A2A3F7}" dt="2026-05-12T07:02:57.784" v="27" actId="20577"/>
          <ac:spMkLst>
            <pc:docMk/>
            <pc:sldMk cId="1248927030" sldId="261"/>
            <ac:spMk id="2" creationId="{1BAFB09D-B723-12AE-CD69-D5B75E4FD10A}"/>
          </ac:spMkLst>
        </pc:spChg>
        <pc:spChg chg="mod">
          <ac:chgData name="Jaden Kadiri" userId="745fb9c10576bb83" providerId="LiveId" clId="{F572C1A7-9CBF-405D-95BE-BA9926A2A3F7}" dt="2026-05-12T08:38:31.308" v="108" actId="208"/>
          <ac:spMkLst>
            <pc:docMk/>
            <pc:sldMk cId="1248927030" sldId="261"/>
            <ac:spMk id="4" creationId="{0C4CE94F-4656-0826-A344-71E72E066D36}"/>
          </ac:spMkLst>
        </pc:spChg>
      </pc:sldChg>
      <pc:sldChg chg="addSp delSp modSp new mod">
        <pc:chgData name="Jaden Kadiri" userId="745fb9c10576bb83" providerId="LiveId" clId="{F572C1A7-9CBF-405D-95BE-BA9926A2A3F7}" dt="2026-05-12T08:31:13.026" v="107" actId="1076"/>
        <pc:sldMkLst>
          <pc:docMk/>
          <pc:sldMk cId="912412743" sldId="263"/>
        </pc:sldMkLst>
        <pc:picChg chg="add mod modCrop">
          <ac:chgData name="Jaden Kadiri" userId="745fb9c10576bb83" providerId="LiveId" clId="{F572C1A7-9CBF-405D-95BE-BA9926A2A3F7}" dt="2026-05-12T08:31:13.026" v="107" actId="1076"/>
          <ac:picMkLst>
            <pc:docMk/>
            <pc:sldMk cId="912412743" sldId="263"/>
            <ac:picMk id="5" creationId="{59447052-B496-E7D5-0DA4-7FBB009E5B3C}"/>
          </ac:picMkLst>
        </pc:picChg>
      </pc:sldChg>
      <pc:sldChg chg="addSp delSp modSp new mod">
        <pc:chgData name="Jaden Kadiri" userId="745fb9c10576bb83" providerId="LiveId" clId="{F572C1A7-9CBF-405D-95BE-BA9926A2A3F7}" dt="2026-05-12T08:40:30.002" v="132" actId="1076"/>
        <pc:sldMkLst>
          <pc:docMk/>
          <pc:sldMk cId="3494800973" sldId="265"/>
        </pc:sldMkLst>
        <pc:picChg chg="add mod modCrop">
          <ac:chgData name="Jaden Kadiri" userId="745fb9c10576bb83" providerId="LiveId" clId="{F572C1A7-9CBF-405D-95BE-BA9926A2A3F7}" dt="2026-05-12T08:40:30.002" v="132" actId="1076"/>
          <ac:picMkLst>
            <pc:docMk/>
            <pc:sldMk cId="3494800973" sldId="265"/>
            <ac:picMk id="4" creationId="{88B6725D-4460-2DDE-ABCA-91128FE829C6}"/>
          </ac:picMkLst>
        </pc:picChg>
      </pc:sldChg>
      <pc:sldChg chg="modSp add mod">
        <pc:chgData name="Jaden Kadiri" userId="745fb9c10576bb83" providerId="LiveId" clId="{F572C1A7-9CBF-405D-95BE-BA9926A2A3F7}" dt="2026-05-12T08:41:21.838" v="135" actId="207"/>
        <pc:sldMkLst>
          <pc:docMk/>
          <pc:sldMk cId="1150006821" sldId="266"/>
        </pc:sldMkLst>
        <pc:spChg chg="mod">
          <ac:chgData name="Jaden Kadiri" userId="745fb9c10576bb83" providerId="LiveId" clId="{F572C1A7-9CBF-405D-95BE-BA9926A2A3F7}" dt="2026-05-12T08:41:21.838" v="135" actId="207"/>
          <ac:spMkLst>
            <pc:docMk/>
            <pc:sldMk cId="1150006821" sldId="266"/>
            <ac:spMk id="2" creationId="{C3ED0167-2C0C-A39B-B200-1D585B0B136B}"/>
          </ac:spMkLst>
        </pc:spChg>
      </pc:sldChg>
      <pc:sldChg chg="modSp add mod">
        <pc:chgData name="Jaden Kadiri" userId="745fb9c10576bb83" providerId="LiveId" clId="{F572C1A7-9CBF-405D-95BE-BA9926A2A3F7}" dt="2026-05-12T08:41:33.817" v="139" actId="207"/>
        <pc:sldMkLst>
          <pc:docMk/>
          <pc:sldMk cId="718771487" sldId="267"/>
        </pc:sldMkLst>
        <pc:spChg chg="mod">
          <ac:chgData name="Jaden Kadiri" userId="745fb9c10576bb83" providerId="LiveId" clId="{F572C1A7-9CBF-405D-95BE-BA9926A2A3F7}" dt="2026-05-12T08:41:33.817" v="139" actId="207"/>
          <ac:spMkLst>
            <pc:docMk/>
            <pc:sldMk cId="718771487" sldId="267"/>
            <ac:spMk id="4" creationId="{2A11F371-68F6-F0CD-9AF0-F58411EE8637}"/>
          </ac:spMkLst>
        </pc:spChg>
      </pc:sldChg>
      <pc:sldChg chg="modSp add mod">
        <pc:chgData name="Jaden Kadiri" userId="745fb9c10576bb83" providerId="LiveId" clId="{F572C1A7-9CBF-405D-95BE-BA9926A2A3F7}" dt="2026-05-12T08:41:46.915" v="141" actId="207"/>
        <pc:sldMkLst>
          <pc:docMk/>
          <pc:sldMk cId="1119456934" sldId="268"/>
        </pc:sldMkLst>
        <pc:spChg chg="mod">
          <ac:chgData name="Jaden Kadiri" userId="745fb9c10576bb83" providerId="LiveId" clId="{F572C1A7-9CBF-405D-95BE-BA9926A2A3F7}" dt="2026-05-12T08:41:46.915" v="141" actId="207"/>
          <ac:spMkLst>
            <pc:docMk/>
            <pc:sldMk cId="1119456934" sldId="268"/>
            <ac:spMk id="2" creationId="{82E4D386-853B-5054-E536-190972D5033F}"/>
          </ac:spMkLst>
        </pc:spChg>
      </pc:sldChg>
      <pc:sldChg chg="addSp delSp modSp new mod">
        <pc:chgData name="Jaden Kadiri" userId="745fb9c10576bb83" providerId="LiveId" clId="{F572C1A7-9CBF-405D-95BE-BA9926A2A3F7}" dt="2026-05-12T08:43:45.870" v="150" actId="478"/>
        <pc:sldMkLst>
          <pc:docMk/>
          <pc:sldMk cId="1686847949" sldId="269"/>
        </pc:sldMkLst>
        <pc:picChg chg="add mod modCrop">
          <ac:chgData name="Jaden Kadiri" userId="745fb9c10576bb83" providerId="LiveId" clId="{F572C1A7-9CBF-405D-95BE-BA9926A2A3F7}" dt="2026-05-12T08:42:59.520" v="148" actId="1076"/>
          <ac:picMkLst>
            <pc:docMk/>
            <pc:sldMk cId="1686847949" sldId="269"/>
            <ac:picMk id="3" creationId="{95AF358A-9B21-730D-4E9C-3FCDE1FADF4A}"/>
          </ac:picMkLst>
        </pc:picChg>
      </pc:sldChg>
      <pc:sldChg chg="addSp delSp modSp new mod">
        <pc:chgData name="Jaden Kadiri" userId="745fb9c10576bb83" providerId="LiveId" clId="{F572C1A7-9CBF-405D-95BE-BA9926A2A3F7}" dt="2026-05-12T09:15:22.689" v="219" actId="207"/>
        <pc:sldMkLst>
          <pc:docMk/>
          <pc:sldMk cId="2181340433" sldId="270"/>
        </pc:sldMkLst>
        <pc:spChg chg="add mod">
          <ac:chgData name="Jaden Kadiri" userId="745fb9c10576bb83" providerId="LiveId" clId="{F572C1A7-9CBF-405D-95BE-BA9926A2A3F7}" dt="2026-05-12T09:15:10.309" v="217" actId="207"/>
          <ac:spMkLst>
            <pc:docMk/>
            <pc:sldMk cId="2181340433" sldId="270"/>
            <ac:spMk id="6" creationId="{61A96720-EA7B-E38C-57C4-37F9822B5B0D}"/>
          </ac:spMkLst>
        </pc:spChg>
        <pc:spChg chg="add mod">
          <ac:chgData name="Jaden Kadiri" userId="745fb9c10576bb83" providerId="LiveId" clId="{F572C1A7-9CBF-405D-95BE-BA9926A2A3F7}" dt="2026-05-12T09:14:51.260" v="214" actId="1076"/>
          <ac:spMkLst>
            <pc:docMk/>
            <pc:sldMk cId="2181340433" sldId="270"/>
            <ac:spMk id="7" creationId="{BDAF21D9-31B3-69BC-056F-447FCC599470}"/>
          </ac:spMkLst>
        </pc:spChg>
        <pc:spChg chg="add mod">
          <ac:chgData name="Jaden Kadiri" userId="745fb9c10576bb83" providerId="LiveId" clId="{F572C1A7-9CBF-405D-95BE-BA9926A2A3F7}" dt="2026-05-12T09:15:22.689" v="219" actId="207"/>
          <ac:spMkLst>
            <pc:docMk/>
            <pc:sldMk cId="2181340433" sldId="270"/>
            <ac:spMk id="8" creationId="{0D30B11D-5638-6035-CB36-E21DCF0A294B}"/>
          </ac:spMkLst>
        </pc:spChg>
      </pc:sldChg>
      <pc:sldChg chg="addSp delSp modSp new mod">
        <pc:chgData name="Jaden Kadiri" userId="745fb9c10576bb83" providerId="LiveId" clId="{F572C1A7-9CBF-405D-95BE-BA9926A2A3F7}" dt="2026-05-12T11:02:25.571" v="578" actId="1076"/>
        <pc:sldMkLst>
          <pc:docMk/>
          <pc:sldMk cId="3159782142" sldId="271"/>
        </pc:sldMkLst>
        <pc:spChg chg="add mod">
          <ac:chgData name="Jaden Kadiri" userId="745fb9c10576bb83" providerId="LiveId" clId="{F572C1A7-9CBF-405D-95BE-BA9926A2A3F7}" dt="2026-05-12T10:34:04.661" v="496" actId="113"/>
          <ac:spMkLst>
            <pc:docMk/>
            <pc:sldMk cId="3159782142" sldId="271"/>
            <ac:spMk id="2" creationId="{0651370F-2D80-D761-EB13-960BEA597428}"/>
          </ac:spMkLst>
        </pc:spChg>
        <pc:spChg chg="add mod">
          <ac:chgData name="Jaden Kadiri" userId="745fb9c10576bb83" providerId="LiveId" clId="{F572C1A7-9CBF-405D-95BE-BA9926A2A3F7}" dt="2026-05-12T10:04:38.869" v="380" actId="207"/>
          <ac:spMkLst>
            <pc:docMk/>
            <pc:sldMk cId="3159782142" sldId="271"/>
            <ac:spMk id="4" creationId="{3314A081-02B0-BAB5-8222-941A35D9D30C}"/>
          </ac:spMkLst>
        </pc:spChg>
        <pc:spChg chg="add mod">
          <ac:chgData name="Jaden Kadiri" userId="745fb9c10576bb83" providerId="LiveId" clId="{F572C1A7-9CBF-405D-95BE-BA9926A2A3F7}" dt="2026-05-12T10:04:38.869" v="380" actId="207"/>
          <ac:spMkLst>
            <pc:docMk/>
            <pc:sldMk cId="3159782142" sldId="271"/>
            <ac:spMk id="5" creationId="{B83E07E0-84B5-4D63-7B59-F6E2189B6C14}"/>
          </ac:spMkLst>
        </pc:spChg>
        <pc:spChg chg="add mod">
          <ac:chgData name="Jaden Kadiri" userId="745fb9c10576bb83" providerId="LiveId" clId="{F572C1A7-9CBF-405D-95BE-BA9926A2A3F7}" dt="2026-05-12T10:26:08.991" v="449" actId="2711"/>
          <ac:spMkLst>
            <pc:docMk/>
            <pc:sldMk cId="3159782142" sldId="271"/>
            <ac:spMk id="6" creationId="{483F688C-035C-2430-B9DC-AF4E159DB104}"/>
          </ac:spMkLst>
        </pc:spChg>
        <pc:spChg chg="add mod">
          <ac:chgData name="Jaden Kadiri" userId="745fb9c10576bb83" providerId="LiveId" clId="{F572C1A7-9CBF-405D-95BE-BA9926A2A3F7}" dt="2026-05-12T10:26:08.991" v="449" actId="2711"/>
          <ac:spMkLst>
            <pc:docMk/>
            <pc:sldMk cId="3159782142" sldId="271"/>
            <ac:spMk id="7" creationId="{5FD6AEDE-10D3-22BB-603F-E678E0FCD983}"/>
          </ac:spMkLst>
        </pc:spChg>
        <pc:spChg chg="add mod">
          <ac:chgData name="Jaden Kadiri" userId="745fb9c10576bb83" providerId="LiveId" clId="{F572C1A7-9CBF-405D-95BE-BA9926A2A3F7}" dt="2026-05-12T11:02:04.835" v="572" actId="20577"/>
          <ac:spMkLst>
            <pc:docMk/>
            <pc:sldMk cId="3159782142" sldId="271"/>
            <ac:spMk id="8" creationId="{8D6890F9-1387-4144-3A40-3523C6F4B64C}"/>
          </ac:spMkLst>
        </pc:spChg>
        <pc:picChg chg="add mod">
          <ac:chgData name="Jaden Kadiri" userId="745fb9c10576bb83" providerId="LiveId" clId="{F572C1A7-9CBF-405D-95BE-BA9926A2A3F7}" dt="2026-05-12T11:02:21.326" v="577" actId="1076"/>
          <ac:picMkLst>
            <pc:docMk/>
            <pc:sldMk cId="3159782142" sldId="271"/>
            <ac:picMk id="1028" creationId="{67FB8439-B755-728A-F286-29F15E50A920}"/>
          </ac:picMkLst>
        </pc:picChg>
        <pc:picChg chg="add mod">
          <ac:chgData name="Jaden Kadiri" userId="745fb9c10576bb83" providerId="LiveId" clId="{F572C1A7-9CBF-405D-95BE-BA9926A2A3F7}" dt="2026-05-12T11:02:25.571" v="578" actId="1076"/>
          <ac:picMkLst>
            <pc:docMk/>
            <pc:sldMk cId="3159782142" sldId="271"/>
            <ac:picMk id="1030" creationId="{610D6AEE-BF4B-9435-E98F-E6FEDC32CC7C}"/>
          </ac:picMkLst>
        </pc:picChg>
      </pc:sldChg>
      <pc:sldChg chg="addSp delSp modSp new mod">
        <pc:chgData name="Jaden Kadiri" userId="745fb9c10576bb83" providerId="LiveId" clId="{F572C1A7-9CBF-405D-95BE-BA9926A2A3F7}" dt="2026-05-13T10:48:13.985" v="1062" actId="1076"/>
        <pc:sldMkLst>
          <pc:docMk/>
          <pc:sldMk cId="828719236" sldId="273"/>
        </pc:sldMkLst>
        <pc:spChg chg="add mod">
          <ac:chgData name="Jaden Kadiri" userId="745fb9c10576bb83" providerId="LiveId" clId="{F572C1A7-9CBF-405D-95BE-BA9926A2A3F7}" dt="2026-05-13T10:47:56.191" v="1059" actId="14100"/>
          <ac:spMkLst>
            <pc:docMk/>
            <pc:sldMk cId="828719236" sldId="273"/>
            <ac:spMk id="4" creationId="{0949A7E0-A84C-2FF8-4E36-9F1AA78DF46D}"/>
          </ac:spMkLst>
        </pc:spChg>
        <pc:spChg chg="add mod">
          <ac:chgData name="Jaden Kadiri" userId="745fb9c10576bb83" providerId="LiveId" clId="{F572C1A7-9CBF-405D-95BE-BA9926A2A3F7}" dt="2026-05-13T10:47:56.191" v="1059" actId="14100"/>
          <ac:spMkLst>
            <pc:docMk/>
            <pc:sldMk cId="828719236" sldId="273"/>
            <ac:spMk id="5" creationId="{8BC15EEB-F021-17EE-B033-B88DF3D3AAF6}"/>
          </ac:spMkLst>
        </pc:spChg>
        <pc:spChg chg="add mod">
          <ac:chgData name="Jaden Kadiri" userId="745fb9c10576bb83" providerId="LiveId" clId="{F572C1A7-9CBF-405D-95BE-BA9926A2A3F7}" dt="2026-05-13T10:47:56.191" v="1059" actId="14100"/>
          <ac:spMkLst>
            <pc:docMk/>
            <pc:sldMk cId="828719236" sldId="273"/>
            <ac:spMk id="6" creationId="{66C9DFA1-1D8D-3917-0AA9-4A97B348D485}"/>
          </ac:spMkLst>
        </pc:spChg>
        <pc:spChg chg="add mod">
          <ac:chgData name="Jaden Kadiri" userId="745fb9c10576bb83" providerId="LiveId" clId="{F572C1A7-9CBF-405D-95BE-BA9926A2A3F7}" dt="2026-05-13T10:47:31.581" v="1057" actId="1036"/>
          <ac:spMkLst>
            <pc:docMk/>
            <pc:sldMk cId="828719236" sldId="273"/>
            <ac:spMk id="7" creationId="{D6080064-0E58-DBA1-27C2-FB5BDC5F3D71}"/>
          </ac:spMkLst>
        </pc:spChg>
        <pc:spChg chg="add mod">
          <ac:chgData name="Jaden Kadiri" userId="745fb9c10576bb83" providerId="LiveId" clId="{F572C1A7-9CBF-405D-95BE-BA9926A2A3F7}" dt="2026-05-13T10:47:31.581" v="1057" actId="1036"/>
          <ac:spMkLst>
            <pc:docMk/>
            <pc:sldMk cId="828719236" sldId="273"/>
            <ac:spMk id="8" creationId="{2E0FFAE7-D721-32EC-1ADB-691B13D1AF85}"/>
          </ac:spMkLst>
        </pc:spChg>
        <pc:spChg chg="add mod">
          <ac:chgData name="Jaden Kadiri" userId="745fb9c10576bb83" providerId="LiveId" clId="{F572C1A7-9CBF-405D-95BE-BA9926A2A3F7}" dt="2026-05-13T10:48:02.137" v="1060" actId="1076"/>
          <ac:spMkLst>
            <pc:docMk/>
            <pc:sldMk cId="828719236" sldId="273"/>
            <ac:spMk id="9" creationId="{8A402F06-C188-7C8D-F2AB-214CC46F65A4}"/>
          </ac:spMkLst>
        </pc:spChg>
        <pc:spChg chg="add mod">
          <ac:chgData name="Jaden Kadiri" userId="745fb9c10576bb83" providerId="LiveId" clId="{F572C1A7-9CBF-405D-95BE-BA9926A2A3F7}" dt="2026-05-13T10:48:13.985" v="1062" actId="1076"/>
          <ac:spMkLst>
            <pc:docMk/>
            <pc:sldMk cId="828719236" sldId="273"/>
            <ac:spMk id="10" creationId="{E41F3FAF-8807-31F1-871F-7C9978DF12AA}"/>
          </ac:spMkLst>
        </pc:spChg>
        <pc:spChg chg="add mod">
          <ac:chgData name="Jaden Kadiri" userId="745fb9c10576bb83" providerId="LiveId" clId="{F572C1A7-9CBF-405D-95BE-BA9926A2A3F7}" dt="2026-05-13T10:48:10.158" v="1061" actId="1076"/>
          <ac:spMkLst>
            <pc:docMk/>
            <pc:sldMk cId="828719236" sldId="273"/>
            <ac:spMk id="11" creationId="{0EC01358-472C-A552-A327-8F5B0A745090}"/>
          </ac:spMkLst>
        </pc:spChg>
      </pc:sldChg>
      <pc:sldChg chg="addSp modSp new mod">
        <pc:chgData name="Jaden Kadiri" userId="745fb9c10576bb83" providerId="LiveId" clId="{F572C1A7-9CBF-405D-95BE-BA9926A2A3F7}" dt="2026-05-13T10:47:02.873" v="1031" actId="207"/>
        <pc:sldMkLst>
          <pc:docMk/>
          <pc:sldMk cId="850860900" sldId="274"/>
        </pc:sldMkLst>
        <pc:spChg chg="add mod">
          <ac:chgData name="Jaden Kadiri" userId="745fb9c10576bb83" providerId="LiveId" clId="{F572C1A7-9CBF-405D-95BE-BA9926A2A3F7}" dt="2026-05-13T10:46:50.579" v="1029" actId="207"/>
          <ac:spMkLst>
            <pc:docMk/>
            <pc:sldMk cId="850860900" sldId="274"/>
            <ac:spMk id="2" creationId="{A7E41492-35A0-57E7-590D-20E79B971795}"/>
          </ac:spMkLst>
        </pc:spChg>
        <pc:spChg chg="add mod">
          <ac:chgData name="Jaden Kadiri" userId="745fb9c10576bb83" providerId="LiveId" clId="{F572C1A7-9CBF-405D-95BE-BA9926A2A3F7}" dt="2026-05-13T10:46:29.002" v="1027" actId="1076"/>
          <ac:spMkLst>
            <pc:docMk/>
            <pc:sldMk cId="850860900" sldId="274"/>
            <ac:spMk id="3" creationId="{F83B8902-B8E7-2984-FBD8-6D8C81776D2B}"/>
          </ac:spMkLst>
        </pc:spChg>
        <pc:spChg chg="add mod">
          <ac:chgData name="Jaden Kadiri" userId="745fb9c10576bb83" providerId="LiveId" clId="{F572C1A7-9CBF-405D-95BE-BA9926A2A3F7}" dt="2026-05-13T10:47:02.873" v="1031" actId="207"/>
          <ac:spMkLst>
            <pc:docMk/>
            <pc:sldMk cId="850860900" sldId="274"/>
            <ac:spMk id="4" creationId="{47D39EA8-A125-63EF-170E-CE9B9B6138A5}"/>
          </ac:spMkLst>
        </pc:spChg>
      </pc:sldChg>
      <pc:sldChg chg="addSp delSp modSp new mod">
        <pc:chgData name="Jaden Kadiri" userId="745fb9c10576bb83" providerId="LiveId" clId="{F572C1A7-9CBF-405D-95BE-BA9926A2A3F7}" dt="2026-05-13T10:59:15.317" v="1108" actId="732"/>
        <pc:sldMkLst>
          <pc:docMk/>
          <pc:sldMk cId="4048294982" sldId="275"/>
        </pc:sldMkLst>
        <pc:spChg chg="add mod">
          <ac:chgData name="Jaden Kadiri" userId="745fb9c10576bb83" providerId="LiveId" clId="{F572C1A7-9CBF-405D-95BE-BA9926A2A3F7}" dt="2026-05-13T10:48:37.164" v="1065"/>
          <ac:spMkLst>
            <pc:docMk/>
            <pc:sldMk cId="4048294982" sldId="275"/>
            <ac:spMk id="7" creationId="{1F5C06D1-011A-46D1-12DA-96EAD2B4CBA3}"/>
          </ac:spMkLst>
        </pc:spChg>
        <pc:spChg chg="add mod">
          <ac:chgData name="Jaden Kadiri" userId="745fb9c10576bb83" providerId="LiveId" clId="{F572C1A7-9CBF-405D-95BE-BA9926A2A3F7}" dt="2026-05-13T10:48:37.164" v="1065"/>
          <ac:spMkLst>
            <pc:docMk/>
            <pc:sldMk cId="4048294982" sldId="275"/>
            <ac:spMk id="8" creationId="{779F35C7-6CEE-6F88-5979-20E515F16A4D}"/>
          </ac:spMkLst>
        </pc:spChg>
        <pc:spChg chg="add mod">
          <ac:chgData name="Jaden Kadiri" userId="745fb9c10576bb83" providerId="LiveId" clId="{F572C1A7-9CBF-405D-95BE-BA9926A2A3F7}" dt="2026-05-13T10:48:37.164" v="1065"/>
          <ac:spMkLst>
            <pc:docMk/>
            <pc:sldMk cId="4048294982" sldId="275"/>
            <ac:spMk id="9" creationId="{0FD4A08A-D67D-3D77-C961-7B017B1124BB}"/>
          </ac:spMkLst>
        </pc:spChg>
        <pc:picChg chg="add mod modCrop">
          <ac:chgData name="Jaden Kadiri" userId="745fb9c10576bb83" providerId="LiveId" clId="{F572C1A7-9CBF-405D-95BE-BA9926A2A3F7}" dt="2026-05-13T10:49:05.423" v="1072" actId="732"/>
          <ac:picMkLst>
            <pc:docMk/>
            <pc:sldMk cId="4048294982" sldId="275"/>
            <ac:picMk id="11" creationId="{5B4E3DBA-1EAA-2A38-C1B7-49394BD58E65}"/>
          </ac:picMkLst>
        </pc:picChg>
        <pc:picChg chg="add mod modCrop">
          <ac:chgData name="Jaden Kadiri" userId="745fb9c10576bb83" providerId="LiveId" clId="{F572C1A7-9CBF-405D-95BE-BA9926A2A3F7}" dt="2026-05-13T10:59:15.317" v="1108" actId="732"/>
          <ac:picMkLst>
            <pc:docMk/>
            <pc:sldMk cId="4048294982" sldId="275"/>
            <ac:picMk id="16" creationId="{63FCBC9C-A31A-54D6-C881-3A50FCD96CF5}"/>
          </ac:picMkLst>
        </pc:picChg>
      </pc:sldChg>
      <pc:sldChg chg="addSp delSp modSp new mod">
        <pc:chgData name="Jaden Kadiri" userId="745fb9c10576bb83" providerId="LiveId" clId="{F572C1A7-9CBF-405D-95BE-BA9926A2A3F7}" dt="2026-05-13T11:03:38.959" v="1231" actId="14100"/>
        <pc:sldMkLst>
          <pc:docMk/>
          <pc:sldMk cId="3966544100" sldId="276"/>
        </pc:sldMkLst>
        <pc:spChg chg="add mod">
          <ac:chgData name="Jaden Kadiri" userId="745fb9c10576bb83" providerId="LiveId" clId="{F572C1A7-9CBF-405D-95BE-BA9926A2A3F7}" dt="2026-05-13T11:00:55.546" v="1127" actId="14100"/>
          <ac:spMkLst>
            <pc:docMk/>
            <pc:sldMk cId="3966544100" sldId="276"/>
            <ac:spMk id="4" creationId="{21230266-2252-8B4B-956C-C4C791AC45A5}"/>
          </ac:spMkLst>
        </pc:spChg>
        <pc:spChg chg="add mod">
          <ac:chgData name="Jaden Kadiri" userId="745fb9c10576bb83" providerId="LiveId" clId="{F572C1A7-9CBF-405D-95BE-BA9926A2A3F7}" dt="2026-05-13T11:02:31.433" v="1199" actId="20577"/>
          <ac:spMkLst>
            <pc:docMk/>
            <pc:sldMk cId="3966544100" sldId="276"/>
            <ac:spMk id="5" creationId="{121FA417-9C77-5EA6-4604-445F0F678985}"/>
          </ac:spMkLst>
        </pc:spChg>
        <pc:spChg chg="add mod">
          <ac:chgData name="Jaden Kadiri" userId="745fb9c10576bb83" providerId="LiveId" clId="{F572C1A7-9CBF-405D-95BE-BA9926A2A3F7}" dt="2026-05-13T11:03:38.959" v="1231" actId="14100"/>
          <ac:spMkLst>
            <pc:docMk/>
            <pc:sldMk cId="3966544100" sldId="276"/>
            <ac:spMk id="6" creationId="{0347098F-C99B-DE78-78D1-4352540EB67C}"/>
          </ac:spMkLst>
        </pc:spChg>
      </pc:sldChg>
      <pc:sldChg chg="addSp delSp modSp new mod">
        <pc:chgData name="Jaden Kadiri" userId="745fb9c10576bb83" providerId="LiveId" clId="{F572C1A7-9CBF-405D-95BE-BA9926A2A3F7}" dt="2026-05-16T14:04:47.160" v="1258" actId="1076"/>
        <pc:sldMkLst>
          <pc:docMk/>
          <pc:sldMk cId="492773096" sldId="277"/>
        </pc:sldMkLst>
        <pc:spChg chg="del">
          <ac:chgData name="Jaden Kadiri" userId="745fb9c10576bb83" providerId="LiveId" clId="{F572C1A7-9CBF-405D-95BE-BA9926A2A3F7}" dt="2026-05-16T13:56:05.226" v="1233" actId="478"/>
          <ac:spMkLst>
            <pc:docMk/>
            <pc:sldMk cId="492773096" sldId="277"/>
            <ac:spMk id="2" creationId="{0C31EC66-24AE-5955-C740-8E4E41CBC6B2}"/>
          </ac:spMkLst>
        </pc:spChg>
        <pc:spChg chg="del">
          <ac:chgData name="Jaden Kadiri" userId="745fb9c10576bb83" providerId="LiveId" clId="{F572C1A7-9CBF-405D-95BE-BA9926A2A3F7}" dt="2026-05-16T13:56:05.226" v="1233" actId="478"/>
          <ac:spMkLst>
            <pc:docMk/>
            <pc:sldMk cId="492773096" sldId="277"/>
            <ac:spMk id="3" creationId="{E38D7775-2275-B992-C194-4B04AD332A7B}"/>
          </ac:spMkLst>
        </pc:spChg>
        <pc:spChg chg="add del mod">
          <ac:chgData name="Jaden Kadiri" userId="745fb9c10576bb83" providerId="LiveId" clId="{F572C1A7-9CBF-405D-95BE-BA9926A2A3F7}" dt="2026-05-16T13:57:21.028" v="1240" actId="21"/>
          <ac:spMkLst>
            <pc:docMk/>
            <pc:sldMk cId="492773096" sldId="277"/>
            <ac:spMk id="4" creationId="{9BCD3150-DC55-338A-3A7C-754035C41224}"/>
          </ac:spMkLst>
        </pc:spChg>
        <pc:picChg chg="add del mod modCrop">
          <ac:chgData name="Jaden Kadiri" userId="745fb9c10576bb83" providerId="LiveId" clId="{F572C1A7-9CBF-405D-95BE-BA9926A2A3F7}" dt="2026-05-16T14:04:24.631" v="1256" actId="478"/>
          <ac:picMkLst>
            <pc:docMk/>
            <pc:sldMk cId="492773096" sldId="277"/>
            <ac:picMk id="6" creationId="{1F2AB5BA-265E-56E6-98ED-65BECB499968}"/>
          </ac:picMkLst>
        </pc:picChg>
        <pc:picChg chg="add mod">
          <ac:chgData name="Jaden Kadiri" userId="745fb9c10576bb83" providerId="LiveId" clId="{F572C1A7-9CBF-405D-95BE-BA9926A2A3F7}" dt="2026-05-16T14:04:47.160" v="1258" actId="1076"/>
          <ac:picMkLst>
            <pc:docMk/>
            <pc:sldMk cId="492773096" sldId="277"/>
            <ac:picMk id="8" creationId="{8776C58A-8913-808C-7243-1F2D71A97FE5}"/>
          </ac:picMkLst>
        </pc:picChg>
      </pc:sldChg>
      <pc:sldChg chg="addSp delSp modSp add mod">
        <pc:chgData name="Jaden Kadiri" userId="745fb9c10576bb83" providerId="LiveId" clId="{F572C1A7-9CBF-405D-95BE-BA9926A2A3F7}" dt="2026-05-16T14:01:22.720" v="1255" actId="22"/>
        <pc:sldMkLst>
          <pc:docMk/>
          <pc:sldMk cId="1909643291" sldId="278"/>
        </pc:sldMkLst>
        <pc:spChg chg="add del mod">
          <ac:chgData name="Jaden Kadiri" userId="745fb9c10576bb83" providerId="LiveId" clId="{F572C1A7-9CBF-405D-95BE-BA9926A2A3F7}" dt="2026-05-16T14:01:19.407" v="1254" actId="21"/>
          <ac:spMkLst>
            <pc:docMk/>
            <pc:sldMk cId="1909643291" sldId="278"/>
            <ac:spMk id="2" creationId="{5E55A62A-2FF2-0E22-1F32-7E1EB7F016A4}"/>
          </ac:spMkLst>
        </pc:spChg>
        <pc:picChg chg="add">
          <ac:chgData name="Jaden Kadiri" userId="745fb9c10576bb83" providerId="LiveId" clId="{F572C1A7-9CBF-405D-95BE-BA9926A2A3F7}" dt="2026-05-16T14:01:22.720" v="1255" actId="22"/>
          <ac:picMkLst>
            <pc:docMk/>
            <pc:sldMk cId="1909643291" sldId="278"/>
            <ac:picMk id="4" creationId="{E66962E9-BE6F-B084-9C62-8BFA32DE3121}"/>
          </ac:picMkLst>
        </pc:picChg>
        <pc:picChg chg="del">
          <ac:chgData name="Jaden Kadiri" userId="745fb9c10576bb83" providerId="LiveId" clId="{F572C1A7-9CBF-405D-95BE-BA9926A2A3F7}" dt="2026-05-16T14:01:00.769" v="1250" actId="478"/>
          <ac:picMkLst>
            <pc:docMk/>
            <pc:sldMk cId="1909643291" sldId="278"/>
            <ac:picMk id="6" creationId="{4CDBDA1A-ED3C-26C3-E9B0-9E285105B6C8}"/>
          </ac:picMkLst>
        </pc:picChg>
      </pc:sldChg>
      <pc:sldChg chg="new">
        <pc:chgData name="Jaden Kadiri" userId="745fb9c10576bb83" providerId="LiveId" clId="{F572C1A7-9CBF-405D-95BE-BA9926A2A3F7}" dt="2026-05-16T15:22:39.073" v="1259" actId="680"/>
        <pc:sldMkLst>
          <pc:docMk/>
          <pc:sldMk cId="3009126990" sldId="279"/>
        </pc:sldMkLst>
      </pc:sldChg>
      <pc:sldChg chg="add del">
        <pc:chgData name="Jaden Kadiri" userId="745fb9c10576bb83" providerId="LiveId" clId="{F572C1A7-9CBF-405D-95BE-BA9926A2A3F7}" dt="2026-05-16T14:01:05.686" v="1252" actId="47"/>
        <pc:sldMkLst>
          <pc:docMk/>
          <pc:sldMk cId="3446310075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D2FD-3D2C-8E9C-338B-0E68242EC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26942-557E-2CBF-5EDA-5F4810C4B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8BD89-8A51-31EE-8D42-DE6D01C3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DC7E-3A71-4921-83DC-30C1ECD910D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29AD3-0663-D523-FFC2-B3E13180F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58A30-CEE3-B29F-F89F-E3D4B777A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4EE74-B2BD-46D2-A933-B921B418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1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DCA3-3439-6C1B-F68A-9519F559C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4649F-2B33-A684-54BA-56DCE3D01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A03C2-F9D7-192D-304E-EFD4C1885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DC7E-3A71-4921-83DC-30C1ECD910D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39BD3-CC1B-0D69-0991-2D50AA282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2C474-E8FE-829E-BD39-AF563AE7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4EE74-B2BD-46D2-A933-B921B418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30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F094-148A-59ED-5064-34734D03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12E49-0BE4-8CB2-C3CA-29DE9143B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C18FA-E81C-50C1-8FBC-46BAFBC7D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DC7E-3A71-4921-83DC-30C1ECD910D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D316B-DEB5-4BE1-C0E5-BBBF9CFE9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FEF6E-E575-F94A-2FB0-91930263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4EE74-B2BD-46D2-A933-B921B418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28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44260-B10F-4A49-BFC1-7C829E43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BE638-1353-0198-8EA7-346E9C6B1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EED39-0166-6F1B-C55E-4DA7C97D1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59053-A2A5-EC58-1FA2-DFDFB33BC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DC7E-3A71-4921-83DC-30C1ECD910D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BE487-7A05-05F6-F01B-33346861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94CBA-49F6-9A80-B0E9-BF8C2872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4EE74-B2BD-46D2-A933-B921B418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7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0982-4394-32C1-56C9-A1AEDAB1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59C7-6062-8709-BD0C-B6BC074F6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A6219-E656-128D-4BD2-4A65A4ABD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7A38A-102B-FBE8-EA9E-920C5351F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5533BA-C8DA-216C-3CCE-7EF1BC6EC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D0CD41-2C47-3316-59C3-CAA8D03C2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DC7E-3A71-4921-83DC-30C1ECD910D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4B821-1D5C-8249-0CD2-217375F2B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8F93E4-BCA6-DF1D-385C-B0E5B407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4EE74-B2BD-46D2-A933-B921B418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6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1044-D5EC-687E-07BF-112094E8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63827A-E624-2DAC-BB96-1DB980C1A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DC7E-3A71-4921-83DC-30C1ECD910D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5AD81-D7E2-834B-30D8-F1B6845F0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012D1-05E6-7CD0-34A1-7AF6368E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4EE74-B2BD-46D2-A933-B921B418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5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BDAF92-FD95-A343-184A-2F35D730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DC7E-3A71-4921-83DC-30C1ECD910D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73338-1A79-F5BA-92F9-56740FDF6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5A415-160E-E82F-F39C-3018F68B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4EE74-B2BD-46D2-A933-B921B418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1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AA336-639C-20C1-E1E5-F3313353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6A34-6354-3CF2-654A-7DDCAAA0F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2832E-4CDE-0410-2AB0-92808CF3A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999A7-EB9B-62DD-865B-7DC1629A6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DC7E-3A71-4921-83DC-30C1ECD910D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5C03C-1C43-8B74-CE21-4A93E2BD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95D8A-A4EF-931E-A65A-A5BB1A2EE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4EE74-B2BD-46D2-A933-B921B418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85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1CCE-EFF5-45EF-1181-66D7BA31F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45D79-0A67-F5F5-1506-6CADD4909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03C57-BBEB-26D6-EF15-60D10D9EE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FA03C-E7D0-0B6D-7A3F-36980959B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DC7E-3A71-4921-83DC-30C1ECD910D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3878E-9B1D-F6AF-AA13-06FAE05D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EBEA4-C0CB-2386-7C67-E8D7210F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4EE74-B2BD-46D2-A933-B921B418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3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38B1-D5B9-7E2A-8DFA-AC4FF78F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C98D6-9F44-E423-ADF3-3F944F62B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61B29-7A45-4855-3F6B-62AC5EE6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DC7E-3A71-4921-83DC-30C1ECD910D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ADF0-9E90-A996-180C-A031F6AC4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F3276-8F7A-4438-F2D8-6CC564DF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4EE74-B2BD-46D2-A933-B921B418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56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1BB281-04D9-5E83-B7C1-5F0B30ED1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FBA0B-E244-5EB8-DE66-326BE312E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5E7C9-F401-B2AD-232D-D1AF1B7CE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DC7E-3A71-4921-83DC-30C1ECD910D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AA40A-1B47-5463-99F7-978ACBDA9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9CB6C-8341-CD04-39CF-65E1DD21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4EE74-B2BD-46D2-A933-B921B418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07704-884F-6486-B19F-CB2D6331F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732A9-C5CB-AA95-D22A-DCEF221ED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D343A-8870-FE28-20BB-71B5BC732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2DC7E-3A71-4921-83DC-30C1ECD910D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6D14C-F788-C829-4549-C30C2F2EC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EA16F-DA5D-794E-8FCC-1853734CA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4EE74-B2BD-46D2-A933-B921B418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2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2A60EC3-E9E5-D19F-46B7-409BF22FB646}"/>
              </a:ext>
            </a:extLst>
          </p:cNvPr>
          <p:cNvSpPr/>
          <p:nvPr/>
        </p:nvSpPr>
        <p:spPr>
          <a:xfrm>
            <a:off x="3810000" y="1143000"/>
            <a:ext cx="4572000" cy="4572000"/>
          </a:xfrm>
          <a:custGeom>
            <a:avLst/>
            <a:gdLst>
              <a:gd name="csX0" fmla="*/ 0 w 4572000"/>
              <a:gd name="csY0" fmla="*/ 2286000 h 4572000"/>
              <a:gd name="csX1" fmla="*/ 2286000 w 4572000"/>
              <a:gd name="csY1" fmla="*/ 0 h 4572000"/>
              <a:gd name="csX2" fmla="*/ 4572000 w 4572000"/>
              <a:gd name="csY2" fmla="*/ 2286000 h 4572000"/>
              <a:gd name="csX3" fmla="*/ 2286000 w 4572000"/>
              <a:gd name="csY3" fmla="*/ 4572000 h 4572000"/>
              <a:gd name="csX4" fmla="*/ 0 w 4572000"/>
              <a:gd name="csY4" fmla="*/ 2286000 h 457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72000" h="4572000" fill="none" extrusionOk="0">
                <a:moveTo>
                  <a:pt x="0" y="2286000"/>
                </a:moveTo>
                <a:cubicBezTo>
                  <a:pt x="50361" y="995877"/>
                  <a:pt x="1150336" y="-10692"/>
                  <a:pt x="2286000" y="0"/>
                </a:cubicBezTo>
                <a:cubicBezTo>
                  <a:pt x="3344022" y="129561"/>
                  <a:pt x="4622488" y="1031002"/>
                  <a:pt x="4572000" y="2286000"/>
                </a:cubicBezTo>
                <a:cubicBezTo>
                  <a:pt x="4698178" y="3410904"/>
                  <a:pt x="3477703" y="4548936"/>
                  <a:pt x="2286000" y="4572000"/>
                </a:cubicBezTo>
                <a:cubicBezTo>
                  <a:pt x="1001201" y="4586179"/>
                  <a:pt x="13641" y="3574800"/>
                  <a:pt x="0" y="2286000"/>
                </a:cubicBezTo>
                <a:close/>
              </a:path>
              <a:path w="4572000" h="4572000" stroke="0" extrusionOk="0">
                <a:moveTo>
                  <a:pt x="0" y="2286000"/>
                </a:moveTo>
                <a:cubicBezTo>
                  <a:pt x="31577" y="994738"/>
                  <a:pt x="1095767" y="183425"/>
                  <a:pt x="2286000" y="0"/>
                </a:cubicBezTo>
                <a:cubicBezTo>
                  <a:pt x="3523368" y="-13913"/>
                  <a:pt x="4483346" y="1053153"/>
                  <a:pt x="4572000" y="2286000"/>
                </a:cubicBezTo>
                <a:cubicBezTo>
                  <a:pt x="4631313" y="3570449"/>
                  <a:pt x="3453370" y="4692557"/>
                  <a:pt x="2286000" y="4572000"/>
                </a:cubicBezTo>
                <a:cubicBezTo>
                  <a:pt x="1166995" y="4685015"/>
                  <a:pt x="-170510" y="3647142"/>
                  <a:pt x="0" y="228600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  <a:miter lim="800000"/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0" dirty="0">
                <a:solidFill>
                  <a:schemeClr val="accent4"/>
                </a:solidFill>
                <a:latin typeface="Syne ExtraBold" pitchFamily="2" charset="0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402365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447052-B496-E7D5-0DA4-7FBB009E5B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26" t="13333" r="29595" b="25873"/>
          <a:stretch>
            <a:fillRect/>
          </a:stretch>
        </p:blipFill>
        <p:spPr>
          <a:xfrm>
            <a:off x="4000500" y="1344385"/>
            <a:ext cx="4191000" cy="416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12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A96720-EA7B-E38C-57C4-37F9822B5B0D}"/>
              </a:ext>
            </a:extLst>
          </p:cNvPr>
          <p:cNvSpPr/>
          <p:nvPr/>
        </p:nvSpPr>
        <p:spPr>
          <a:xfrm>
            <a:off x="4953000" y="2286000"/>
            <a:ext cx="2286000" cy="2286000"/>
          </a:xfrm>
          <a:prstGeom prst="roundRect">
            <a:avLst>
              <a:gd name="adj" fmla="val 290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tx1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AF21D9-31B3-69BC-056F-447FCC599470}"/>
              </a:ext>
            </a:extLst>
          </p:cNvPr>
          <p:cNvSpPr/>
          <p:nvPr/>
        </p:nvSpPr>
        <p:spPr>
          <a:xfrm>
            <a:off x="1741715" y="2286000"/>
            <a:ext cx="2286000" cy="2286000"/>
          </a:xfrm>
          <a:prstGeom prst="roundRect">
            <a:avLst>
              <a:gd name="adj" fmla="val 290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latin typeface="Syne ExtraBold" pitchFamily="2" charset="0"/>
              </a:rPr>
              <a:t>$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30B11D-5638-6035-CB36-E21DCF0A294B}"/>
              </a:ext>
            </a:extLst>
          </p:cNvPr>
          <p:cNvSpPr/>
          <p:nvPr/>
        </p:nvSpPr>
        <p:spPr>
          <a:xfrm>
            <a:off x="8164285" y="2286000"/>
            <a:ext cx="2286000" cy="2286000"/>
          </a:xfrm>
          <a:prstGeom prst="roundRect">
            <a:avLst>
              <a:gd name="adj" fmla="val 2904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accent4"/>
                </a:solidFill>
                <a:latin typeface="Syne ExtraBold" pitchFamily="2" charset="0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218134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B6725D-4460-2DDE-ABCA-91128FE82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30" t="13175" r="30299" b="26825"/>
          <a:stretch>
            <a:fillRect/>
          </a:stretch>
        </p:blipFill>
        <p:spPr>
          <a:xfrm>
            <a:off x="4054928" y="1371600"/>
            <a:ext cx="408214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0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7E41492-35A0-57E7-590D-20E79B971795}"/>
              </a:ext>
            </a:extLst>
          </p:cNvPr>
          <p:cNvSpPr/>
          <p:nvPr/>
        </p:nvSpPr>
        <p:spPr>
          <a:xfrm>
            <a:off x="935071" y="2321689"/>
            <a:ext cx="2212848" cy="2209800"/>
          </a:xfrm>
          <a:custGeom>
            <a:avLst/>
            <a:gdLst>
              <a:gd name="csX0" fmla="*/ 0 w 2212848"/>
              <a:gd name="csY0" fmla="*/ 1104900 h 2209800"/>
              <a:gd name="csX1" fmla="*/ 1106424 w 2212848"/>
              <a:gd name="csY1" fmla="*/ 0 h 2209800"/>
              <a:gd name="csX2" fmla="*/ 2212848 w 2212848"/>
              <a:gd name="csY2" fmla="*/ 1104900 h 2209800"/>
              <a:gd name="csX3" fmla="*/ 1106424 w 2212848"/>
              <a:gd name="csY3" fmla="*/ 2209800 h 2209800"/>
              <a:gd name="csX4" fmla="*/ 0 w 2212848"/>
              <a:gd name="csY4" fmla="*/ 1104900 h 2209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2848" h="2209800" fill="none" extrusionOk="0">
                <a:moveTo>
                  <a:pt x="0" y="1104900"/>
                </a:moveTo>
                <a:cubicBezTo>
                  <a:pt x="99106" y="440367"/>
                  <a:pt x="597664" y="-8622"/>
                  <a:pt x="1106424" y="0"/>
                </a:cubicBezTo>
                <a:cubicBezTo>
                  <a:pt x="1692334" y="15934"/>
                  <a:pt x="2248644" y="500016"/>
                  <a:pt x="2212848" y="1104900"/>
                </a:cubicBezTo>
                <a:cubicBezTo>
                  <a:pt x="2246522" y="1678391"/>
                  <a:pt x="1688700" y="2200425"/>
                  <a:pt x="1106424" y="2209800"/>
                </a:cubicBezTo>
                <a:cubicBezTo>
                  <a:pt x="397374" y="2272170"/>
                  <a:pt x="21254" y="1756060"/>
                  <a:pt x="0" y="1104900"/>
                </a:cubicBezTo>
                <a:close/>
              </a:path>
              <a:path w="2212848" h="2209800" stroke="0" extrusionOk="0">
                <a:moveTo>
                  <a:pt x="0" y="1104900"/>
                </a:moveTo>
                <a:cubicBezTo>
                  <a:pt x="69302" y="431607"/>
                  <a:pt x="521526" y="66383"/>
                  <a:pt x="1106424" y="0"/>
                </a:cubicBezTo>
                <a:cubicBezTo>
                  <a:pt x="1674758" y="-23631"/>
                  <a:pt x="2114362" y="527648"/>
                  <a:pt x="2212848" y="1104900"/>
                </a:cubicBezTo>
                <a:cubicBezTo>
                  <a:pt x="2243622" y="1726495"/>
                  <a:pt x="1663114" y="2278687"/>
                  <a:pt x="1106424" y="2209800"/>
                </a:cubicBezTo>
                <a:cubicBezTo>
                  <a:pt x="569345" y="2268057"/>
                  <a:pt x="-19520" y="1726409"/>
                  <a:pt x="0" y="110490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bg1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83B8902-B8E7-2984-FBD8-6D8C81776D2B}"/>
              </a:ext>
            </a:extLst>
          </p:cNvPr>
          <p:cNvSpPr/>
          <p:nvPr/>
        </p:nvSpPr>
        <p:spPr>
          <a:xfrm>
            <a:off x="3341225" y="2324100"/>
            <a:ext cx="2212848" cy="2209800"/>
          </a:xfrm>
          <a:custGeom>
            <a:avLst/>
            <a:gdLst>
              <a:gd name="csX0" fmla="*/ 0 w 2212848"/>
              <a:gd name="csY0" fmla="*/ 1104900 h 2209800"/>
              <a:gd name="csX1" fmla="*/ 1106424 w 2212848"/>
              <a:gd name="csY1" fmla="*/ 0 h 2209800"/>
              <a:gd name="csX2" fmla="*/ 2212848 w 2212848"/>
              <a:gd name="csY2" fmla="*/ 1104900 h 2209800"/>
              <a:gd name="csX3" fmla="*/ 1106424 w 2212848"/>
              <a:gd name="csY3" fmla="*/ 2209800 h 2209800"/>
              <a:gd name="csX4" fmla="*/ 0 w 2212848"/>
              <a:gd name="csY4" fmla="*/ 1104900 h 2209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2848" h="2209800" fill="none" extrusionOk="0">
                <a:moveTo>
                  <a:pt x="0" y="1104900"/>
                </a:moveTo>
                <a:cubicBezTo>
                  <a:pt x="99106" y="440367"/>
                  <a:pt x="597664" y="-8622"/>
                  <a:pt x="1106424" y="0"/>
                </a:cubicBezTo>
                <a:cubicBezTo>
                  <a:pt x="1692334" y="15934"/>
                  <a:pt x="2248644" y="500016"/>
                  <a:pt x="2212848" y="1104900"/>
                </a:cubicBezTo>
                <a:cubicBezTo>
                  <a:pt x="2246522" y="1678391"/>
                  <a:pt x="1688700" y="2200425"/>
                  <a:pt x="1106424" y="2209800"/>
                </a:cubicBezTo>
                <a:cubicBezTo>
                  <a:pt x="397374" y="2272170"/>
                  <a:pt x="21254" y="1756060"/>
                  <a:pt x="0" y="1104900"/>
                </a:cubicBezTo>
                <a:close/>
              </a:path>
              <a:path w="2212848" h="2209800" stroke="0" extrusionOk="0">
                <a:moveTo>
                  <a:pt x="0" y="1104900"/>
                </a:moveTo>
                <a:cubicBezTo>
                  <a:pt x="69302" y="431607"/>
                  <a:pt x="521526" y="66383"/>
                  <a:pt x="1106424" y="0"/>
                </a:cubicBezTo>
                <a:cubicBezTo>
                  <a:pt x="1674758" y="-23631"/>
                  <a:pt x="2114362" y="527648"/>
                  <a:pt x="2212848" y="1104900"/>
                </a:cubicBezTo>
                <a:cubicBezTo>
                  <a:pt x="2243622" y="1726495"/>
                  <a:pt x="1663114" y="2278687"/>
                  <a:pt x="1106424" y="2209800"/>
                </a:cubicBezTo>
                <a:cubicBezTo>
                  <a:pt x="569345" y="2268057"/>
                  <a:pt x="-19520" y="1726409"/>
                  <a:pt x="0" y="110490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tx1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7D39EA8-A125-63EF-170E-CE9B9B6138A5}"/>
              </a:ext>
            </a:extLst>
          </p:cNvPr>
          <p:cNvSpPr/>
          <p:nvPr/>
        </p:nvSpPr>
        <p:spPr>
          <a:xfrm>
            <a:off x="5747379" y="2321689"/>
            <a:ext cx="2212848" cy="2209800"/>
          </a:xfrm>
          <a:custGeom>
            <a:avLst/>
            <a:gdLst>
              <a:gd name="csX0" fmla="*/ 0 w 2212848"/>
              <a:gd name="csY0" fmla="*/ 1104900 h 2209800"/>
              <a:gd name="csX1" fmla="*/ 1106424 w 2212848"/>
              <a:gd name="csY1" fmla="*/ 0 h 2209800"/>
              <a:gd name="csX2" fmla="*/ 2212848 w 2212848"/>
              <a:gd name="csY2" fmla="*/ 1104900 h 2209800"/>
              <a:gd name="csX3" fmla="*/ 1106424 w 2212848"/>
              <a:gd name="csY3" fmla="*/ 2209800 h 2209800"/>
              <a:gd name="csX4" fmla="*/ 0 w 2212848"/>
              <a:gd name="csY4" fmla="*/ 1104900 h 2209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2848" h="2209800" fill="none" extrusionOk="0">
                <a:moveTo>
                  <a:pt x="0" y="1104900"/>
                </a:moveTo>
                <a:cubicBezTo>
                  <a:pt x="99106" y="440367"/>
                  <a:pt x="597664" y="-8622"/>
                  <a:pt x="1106424" y="0"/>
                </a:cubicBezTo>
                <a:cubicBezTo>
                  <a:pt x="1692334" y="15934"/>
                  <a:pt x="2248644" y="500016"/>
                  <a:pt x="2212848" y="1104900"/>
                </a:cubicBezTo>
                <a:cubicBezTo>
                  <a:pt x="2246522" y="1678391"/>
                  <a:pt x="1688700" y="2200425"/>
                  <a:pt x="1106424" y="2209800"/>
                </a:cubicBezTo>
                <a:cubicBezTo>
                  <a:pt x="397374" y="2272170"/>
                  <a:pt x="21254" y="1756060"/>
                  <a:pt x="0" y="1104900"/>
                </a:cubicBezTo>
                <a:close/>
              </a:path>
              <a:path w="2212848" h="2209800" stroke="0" extrusionOk="0">
                <a:moveTo>
                  <a:pt x="0" y="1104900"/>
                </a:moveTo>
                <a:cubicBezTo>
                  <a:pt x="69302" y="431607"/>
                  <a:pt x="521526" y="66383"/>
                  <a:pt x="1106424" y="0"/>
                </a:cubicBezTo>
                <a:cubicBezTo>
                  <a:pt x="1674758" y="-23631"/>
                  <a:pt x="2114362" y="527648"/>
                  <a:pt x="2212848" y="1104900"/>
                </a:cubicBezTo>
                <a:cubicBezTo>
                  <a:pt x="2243622" y="1726495"/>
                  <a:pt x="1663114" y="2278687"/>
                  <a:pt x="1106424" y="2209800"/>
                </a:cubicBezTo>
                <a:cubicBezTo>
                  <a:pt x="569345" y="2268057"/>
                  <a:pt x="-19520" y="1726409"/>
                  <a:pt x="0" y="110490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accent4"/>
                </a:solidFill>
                <a:latin typeface="Syne ExtraBold" pitchFamily="2" charset="0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850860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AF358A-9B21-730D-4E9C-3FCDE1FA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71" t="13366" r="7688" b="26392"/>
          <a:stretch>
            <a:fillRect/>
          </a:stretch>
        </p:blipFill>
        <p:spPr>
          <a:xfrm>
            <a:off x="1828800" y="2220686"/>
            <a:ext cx="8534400" cy="241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47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DA604-31D4-995F-DDE3-B00ACBCCB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C4CE94F-4656-0826-A344-71E72E066D36}"/>
              </a:ext>
            </a:extLst>
          </p:cNvPr>
          <p:cNvSpPr/>
          <p:nvPr/>
        </p:nvSpPr>
        <p:spPr>
          <a:xfrm>
            <a:off x="1502230" y="2324100"/>
            <a:ext cx="2212848" cy="2209800"/>
          </a:xfrm>
          <a:custGeom>
            <a:avLst/>
            <a:gdLst>
              <a:gd name="csX0" fmla="*/ 0 w 2212848"/>
              <a:gd name="csY0" fmla="*/ 1104900 h 2209800"/>
              <a:gd name="csX1" fmla="*/ 1106424 w 2212848"/>
              <a:gd name="csY1" fmla="*/ 0 h 2209800"/>
              <a:gd name="csX2" fmla="*/ 2212848 w 2212848"/>
              <a:gd name="csY2" fmla="*/ 1104900 h 2209800"/>
              <a:gd name="csX3" fmla="*/ 1106424 w 2212848"/>
              <a:gd name="csY3" fmla="*/ 2209800 h 2209800"/>
              <a:gd name="csX4" fmla="*/ 0 w 2212848"/>
              <a:gd name="csY4" fmla="*/ 1104900 h 2209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2848" h="2209800" fill="none" extrusionOk="0">
                <a:moveTo>
                  <a:pt x="0" y="1104900"/>
                </a:moveTo>
                <a:cubicBezTo>
                  <a:pt x="99106" y="440367"/>
                  <a:pt x="597664" y="-8622"/>
                  <a:pt x="1106424" y="0"/>
                </a:cubicBezTo>
                <a:cubicBezTo>
                  <a:pt x="1692334" y="15934"/>
                  <a:pt x="2248644" y="500016"/>
                  <a:pt x="2212848" y="1104900"/>
                </a:cubicBezTo>
                <a:cubicBezTo>
                  <a:pt x="2246522" y="1678391"/>
                  <a:pt x="1688700" y="2200425"/>
                  <a:pt x="1106424" y="2209800"/>
                </a:cubicBezTo>
                <a:cubicBezTo>
                  <a:pt x="397374" y="2272170"/>
                  <a:pt x="21254" y="1756060"/>
                  <a:pt x="0" y="1104900"/>
                </a:cubicBezTo>
                <a:close/>
              </a:path>
              <a:path w="2212848" h="2209800" stroke="0" extrusionOk="0">
                <a:moveTo>
                  <a:pt x="0" y="1104900"/>
                </a:moveTo>
                <a:cubicBezTo>
                  <a:pt x="69302" y="431607"/>
                  <a:pt x="521526" y="66383"/>
                  <a:pt x="1106424" y="0"/>
                </a:cubicBezTo>
                <a:cubicBezTo>
                  <a:pt x="1674758" y="-23631"/>
                  <a:pt x="2114362" y="527648"/>
                  <a:pt x="2212848" y="1104900"/>
                </a:cubicBezTo>
                <a:cubicBezTo>
                  <a:pt x="2243622" y="1726495"/>
                  <a:pt x="1663114" y="2278687"/>
                  <a:pt x="1106424" y="2209800"/>
                </a:cubicBezTo>
                <a:cubicBezTo>
                  <a:pt x="569345" y="2268057"/>
                  <a:pt x="-19520" y="1726409"/>
                  <a:pt x="0" y="110490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tx1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AFB09D-B723-12AE-CD69-D5B75E4FD10A}"/>
              </a:ext>
            </a:extLst>
          </p:cNvPr>
          <p:cNvSpPr/>
          <p:nvPr/>
        </p:nvSpPr>
        <p:spPr>
          <a:xfrm>
            <a:off x="3788230" y="2324100"/>
            <a:ext cx="6651171" cy="2209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Syne ExtraBold" pitchFamily="2" charset="0"/>
              </a:rPr>
              <a:t>Skedee</a:t>
            </a:r>
          </a:p>
        </p:txBody>
      </p:sp>
    </p:spTree>
    <p:extLst>
      <p:ext uri="{BB962C8B-B14F-4D97-AF65-F5344CB8AC3E}">
        <p14:creationId xmlns:p14="http://schemas.microsoft.com/office/powerpoint/2010/main" val="1248927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13D2-E405-D996-DFD0-DED38C1D4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D21C6F5-8E46-6AF9-C359-A86CAC7D542B}"/>
              </a:ext>
            </a:extLst>
          </p:cNvPr>
          <p:cNvSpPr/>
          <p:nvPr/>
        </p:nvSpPr>
        <p:spPr>
          <a:xfrm>
            <a:off x="1502230" y="2324100"/>
            <a:ext cx="2212848" cy="2209800"/>
          </a:xfrm>
          <a:custGeom>
            <a:avLst/>
            <a:gdLst>
              <a:gd name="csX0" fmla="*/ 0 w 2212848"/>
              <a:gd name="csY0" fmla="*/ 1104900 h 2209800"/>
              <a:gd name="csX1" fmla="*/ 1106424 w 2212848"/>
              <a:gd name="csY1" fmla="*/ 0 h 2209800"/>
              <a:gd name="csX2" fmla="*/ 2212848 w 2212848"/>
              <a:gd name="csY2" fmla="*/ 1104900 h 2209800"/>
              <a:gd name="csX3" fmla="*/ 1106424 w 2212848"/>
              <a:gd name="csY3" fmla="*/ 2209800 h 2209800"/>
              <a:gd name="csX4" fmla="*/ 0 w 2212848"/>
              <a:gd name="csY4" fmla="*/ 1104900 h 2209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2848" h="2209800" fill="none" extrusionOk="0">
                <a:moveTo>
                  <a:pt x="0" y="1104900"/>
                </a:moveTo>
                <a:cubicBezTo>
                  <a:pt x="99106" y="440367"/>
                  <a:pt x="597664" y="-8622"/>
                  <a:pt x="1106424" y="0"/>
                </a:cubicBezTo>
                <a:cubicBezTo>
                  <a:pt x="1692334" y="15934"/>
                  <a:pt x="2248644" y="500016"/>
                  <a:pt x="2212848" y="1104900"/>
                </a:cubicBezTo>
                <a:cubicBezTo>
                  <a:pt x="2246522" y="1678391"/>
                  <a:pt x="1688700" y="2200425"/>
                  <a:pt x="1106424" y="2209800"/>
                </a:cubicBezTo>
                <a:cubicBezTo>
                  <a:pt x="397374" y="2272170"/>
                  <a:pt x="21254" y="1756060"/>
                  <a:pt x="0" y="1104900"/>
                </a:cubicBezTo>
                <a:close/>
              </a:path>
              <a:path w="2212848" h="2209800" stroke="0" extrusionOk="0">
                <a:moveTo>
                  <a:pt x="0" y="1104900"/>
                </a:moveTo>
                <a:cubicBezTo>
                  <a:pt x="69302" y="431607"/>
                  <a:pt x="521526" y="66383"/>
                  <a:pt x="1106424" y="0"/>
                </a:cubicBezTo>
                <a:cubicBezTo>
                  <a:pt x="1674758" y="-23631"/>
                  <a:pt x="2114362" y="527648"/>
                  <a:pt x="2212848" y="1104900"/>
                </a:cubicBezTo>
                <a:cubicBezTo>
                  <a:pt x="2243622" y="1726495"/>
                  <a:pt x="1663114" y="2278687"/>
                  <a:pt x="1106424" y="2209800"/>
                </a:cubicBezTo>
                <a:cubicBezTo>
                  <a:pt x="569345" y="2268057"/>
                  <a:pt x="-19520" y="1726409"/>
                  <a:pt x="0" y="110490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tx1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ED0167-2C0C-A39B-B200-1D585B0B136B}"/>
              </a:ext>
            </a:extLst>
          </p:cNvPr>
          <p:cNvSpPr/>
          <p:nvPr/>
        </p:nvSpPr>
        <p:spPr>
          <a:xfrm>
            <a:off x="3788230" y="2324100"/>
            <a:ext cx="6651171" cy="2209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4"/>
                </a:solidFill>
                <a:latin typeface="Syne ExtraBold" pitchFamily="2" charset="0"/>
              </a:rPr>
              <a:t>Skedee</a:t>
            </a:r>
          </a:p>
        </p:txBody>
      </p:sp>
    </p:spTree>
    <p:extLst>
      <p:ext uri="{BB962C8B-B14F-4D97-AF65-F5344CB8AC3E}">
        <p14:creationId xmlns:p14="http://schemas.microsoft.com/office/powerpoint/2010/main" val="1150006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76C58A-8913-808C-7243-1F2D71A97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220" y="2415077"/>
            <a:ext cx="6919560" cy="221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73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6CCA7-D72A-4673-5916-1796C200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6962E9-BE6F-B084-9C62-8BFA32DE3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220" y="2322480"/>
            <a:ext cx="6919560" cy="221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43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8C12B-02B4-6379-FBBE-525E70A4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A11F371-68F6-F0CD-9AF0-F58411EE8637}"/>
              </a:ext>
            </a:extLst>
          </p:cNvPr>
          <p:cNvSpPr/>
          <p:nvPr/>
        </p:nvSpPr>
        <p:spPr>
          <a:xfrm>
            <a:off x="1502230" y="2324100"/>
            <a:ext cx="2212848" cy="2209800"/>
          </a:xfrm>
          <a:custGeom>
            <a:avLst/>
            <a:gdLst>
              <a:gd name="csX0" fmla="*/ 0 w 2212848"/>
              <a:gd name="csY0" fmla="*/ 1104900 h 2209800"/>
              <a:gd name="csX1" fmla="*/ 1106424 w 2212848"/>
              <a:gd name="csY1" fmla="*/ 0 h 2209800"/>
              <a:gd name="csX2" fmla="*/ 2212848 w 2212848"/>
              <a:gd name="csY2" fmla="*/ 1104900 h 2209800"/>
              <a:gd name="csX3" fmla="*/ 1106424 w 2212848"/>
              <a:gd name="csY3" fmla="*/ 2209800 h 2209800"/>
              <a:gd name="csX4" fmla="*/ 0 w 2212848"/>
              <a:gd name="csY4" fmla="*/ 1104900 h 2209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2848" h="2209800" fill="none" extrusionOk="0">
                <a:moveTo>
                  <a:pt x="0" y="1104900"/>
                </a:moveTo>
                <a:cubicBezTo>
                  <a:pt x="99106" y="440367"/>
                  <a:pt x="597664" y="-8622"/>
                  <a:pt x="1106424" y="0"/>
                </a:cubicBezTo>
                <a:cubicBezTo>
                  <a:pt x="1692334" y="15934"/>
                  <a:pt x="2248644" y="500016"/>
                  <a:pt x="2212848" y="1104900"/>
                </a:cubicBezTo>
                <a:cubicBezTo>
                  <a:pt x="2246522" y="1678391"/>
                  <a:pt x="1688700" y="2200425"/>
                  <a:pt x="1106424" y="2209800"/>
                </a:cubicBezTo>
                <a:cubicBezTo>
                  <a:pt x="397374" y="2272170"/>
                  <a:pt x="21254" y="1756060"/>
                  <a:pt x="0" y="1104900"/>
                </a:cubicBezTo>
                <a:close/>
              </a:path>
              <a:path w="2212848" h="2209800" stroke="0" extrusionOk="0">
                <a:moveTo>
                  <a:pt x="0" y="1104900"/>
                </a:moveTo>
                <a:cubicBezTo>
                  <a:pt x="69302" y="431607"/>
                  <a:pt x="521526" y="66383"/>
                  <a:pt x="1106424" y="0"/>
                </a:cubicBezTo>
                <a:cubicBezTo>
                  <a:pt x="1674758" y="-23631"/>
                  <a:pt x="2114362" y="527648"/>
                  <a:pt x="2212848" y="1104900"/>
                </a:cubicBezTo>
                <a:cubicBezTo>
                  <a:pt x="2243622" y="1726495"/>
                  <a:pt x="1663114" y="2278687"/>
                  <a:pt x="1106424" y="2209800"/>
                </a:cubicBezTo>
                <a:cubicBezTo>
                  <a:pt x="569345" y="2268057"/>
                  <a:pt x="-19520" y="1726409"/>
                  <a:pt x="0" y="110490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accent4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0F97D1-2DE9-B719-4158-04D2E1F03432}"/>
              </a:ext>
            </a:extLst>
          </p:cNvPr>
          <p:cNvSpPr/>
          <p:nvPr/>
        </p:nvSpPr>
        <p:spPr>
          <a:xfrm>
            <a:off x="3788230" y="2324100"/>
            <a:ext cx="6651171" cy="2209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4"/>
                </a:solidFill>
                <a:latin typeface="Syne ExtraBold" pitchFamily="2" charset="0"/>
              </a:rPr>
              <a:t>Skedee</a:t>
            </a:r>
          </a:p>
        </p:txBody>
      </p:sp>
    </p:spTree>
    <p:extLst>
      <p:ext uri="{BB962C8B-B14F-4D97-AF65-F5344CB8AC3E}">
        <p14:creationId xmlns:p14="http://schemas.microsoft.com/office/powerpoint/2010/main" val="718771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4BCC2-8F45-409D-4CBC-A61A5BD7E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E979C3B-88DA-0DB3-241C-764E6D0CF08F}"/>
              </a:ext>
            </a:extLst>
          </p:cNvPr>
          <p:cNvSpPr/>
          <p:nvPr/>
        </p:nvSpPr>
        <p:spPr>
          <a:xfrm>
            <a:off x="1502230" y="2324100"/>
            <a:ext cx="2212848" cy="2209800"/>
          </a:xfrm>
          <a:custGeom>
            <a:avLst/>
            <a:gdLst>
              <a:gd name="csX0" fmla="*/ 0 w 2212848"/>
              <a:gd name="csY0" fmla="*/ 1104900 h 2209800"/>
              <a:gd name="csX1" fmla="*/ 1106424 w 2212848"/>
              <a:gd name="csY1" fmla="*/ 0 h 2209800"/>
              <a:gd name="csX2" fmla="*/ 2212848 w 2212848"/>
              <a:gd name="csY2" fmla="*/ 1104900 h 2209800"/>
              <a:gd name="csX3" fmla="*/ 1106424 w 2212848"/>
              <a:gd name="csY3" fmla="*/ 2209800 h 2209800"/>
              <a:gd name="csX4" fmla="*/ 0 w 2212848"/>
              <a:gd name="csY4" fmla="*/ 1104900 h 2209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2848" h="2209800" fill="none" extrusionOk="0">
                <a:moveTo>
                  <a:pt x="0" y="1104900"/>
                </a:moveTo>
                <a:cubicBezTo>
                  <a:pt x="99106" y="440367"/>
                  <a:pt x="597664" y="-8622"/>
                  <a:pt x="1106424" y="0"/>
                </a:cubicBezTo>
                <a:cubicBezTo>
                  <a:pt x="1692334" y="15934"/>
                  <a:pt x="2248644" y="500016"/>
                  <a:pt x="2212848" y="1104900"/>
                </a:cubicBezTo>
                <a:cubicBezTo>
                  <a:pt x="2246522" y="1678391"/>
                  <a:pt x="1688700" y="2200425"/>
                  <a:pt x="1106424" y="2209800"/>
                </a:cubicBezTo>
                <a:cubicBezTo>
                  <a:pt x="397374" y="2272170"/>
                  <a:pt x="21254" y="1756060"/>
                  <a:pt x="0" y="1104900"/>
                </a:cubicBezTo>
                <a:close/>
              </a:path>
              <a:path w="2212848" h="2209800" stroke="0" extrusionOk="0">
                <a:moveTo>
                  <a:pt x="0" y="1104900"/>
                </a:moveTo>
                <a:cubicBezTo>
                  <a:pt x="69302" y="431607"/>
                  <a:pt x="521526" y="66383"/>
                  <a:pt x="1106424" y="0"/>
                </a:cubicBezTo>
                <a:cubicBezTo>
                  <a:pt x="1674758" y="-23631"/>
                  <a:pt x="2114362" y="527648"/>
                  <a:pt x="2212848" y="1104900"/>
                </a:cubicBezTo>
                <a:cubicBezTo>
                  <a:pt x="2243622" y="1726495"/>
                  <a:pt x="1663114" y="2278687"/>
                  <a:pt x="1106424" y="2209800"/>
                </a:cubicBezTo>
                <a:cubicBezTo>
                  <a:pt x="569345" y="2268057"/>
                  <a:pt x="-19520" y="1726409"/>
                  <a:pt x="0" y="110490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accent4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E4D386-853B-5054-E536-190972D5033F}"/>
              </a:ext>
            </a:extLst>
          </p:cNvPr>
          <p:cNvSpPr/>
          <p:nvPr/>
        </p:nvSpPr>
        <p:spPr>
          <a:xfrm>
            <a:off x="3788230" y="2324100"/>
            <a:ext cx="6651171" cy="2209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Syne ExtraBold" pitchFamily="2" charset="0"/>
              </a:rPr>
              <a:t>Skedee</a:t>
            </a:r>
          </a:p>
        </p:txBody>
      </p:sp>
    </p:spTree>
    <p:extLst>
      <p:ext uri="{BB962C8B-B14F-4D97-AF65-F5344CB8AC3E}">
        <p14:creationId xmlns:p14="http://schemas.microsoft.com/office/powerpoint/2010/main" val="1119456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14A081-02B0-BAB5-8222-941A35D9D30C}"/>
              </a:ext>
            </a:extLst>
          </p:cNvPr>
          <p:cNvSpPr/>
          <p:nvPr/>
        </p:nvSpPr>
        <p:spPr>
          <a:xfrm>
            <a:off x="0" y="3570514"/>
            <a:ext cx="12192000" cy="3287486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3E07E0-84B5-4D63-7B59-F6E2189B6C14}"/>
              </a:ext>
            </a:extLst>
          </p:cNvPr>
          <p:cNvSpPr/>
          <p:nvPr/>
        </p:nvSpPr>
        <p:spPr>
          <a:xfrm>
            <a:off x="0" y="3570514"/>
            <a:ext cx="4212771" cy="9579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bg2">
                    <a:lumMod val="25000"/>
                  </a:schemeClr>
                </a:solidFill>
                <a:latin typeface="Syne ExtraBold" pitchFamily="2" charset="0"/>
              </a:rPr>
              <a:t>Skedee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F688C-035C-2430-B9DC-AF4E159DB104}"/>
              </a:ext>
            </a:extLst>
          </p:cNvPr>
          <p:cNvSpPr txBox="1"/>
          <p:nvPr/>
        </p:nvSpPr>
        <p:spPr>
          <a:xfrm>
            <a:off x="195942" y="4528457"/>
            <a:ext cx="38208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COMPANY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  <a:latin typeface="Syne" pitchFamily="2" charset="0"/>
            </a:endParaRP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About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Careers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FAQ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Privacy Policy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D6AEDE-10D3-22BB-603F-E678E0FCD983}"/>
              </a:ext>
            </a:extLst>
          </p:cNvPr>
          <p:cNvSpPr txBox="1"/>
          <p:nvPr/>
        </p:nvSpPr>
        <p:spPr>
          <a:xfrm>
            <a:off x="4158346" y="4528457"/>
            <a:ext cx="38208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SOCIALS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  <a:latin typeface="Syne" pitchFamily="2" charset="0"/>
            </a:endParaRP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Twitter (X)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Instagram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Facebook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TikTok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6890F9-1387-4144-3A40-3523C6F4B64C}"/>
              </a:ext>
            </a:extLst>
          </p:cNvPr>
          <p:cNvSpPr txBox="1"/>
          <p:nvPr/>
        </p:nvSpPr>
        <p:spPr>
          <a:xfrm>
            <a:off x="8120750" y="4528457"/>
            <a:ext cx="4071250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2">
                  <a:lumMod val="25000"/>
                </a:schemeClr>
              </a:solidFill>
              <a:latin typeface="Syne" pitchFamily="2" charset="0"/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  <a:latin typeface="Syne" pitchFamily="2" charset="0"/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  <a:latin typeface="Syne" pitchFamily="2" charset="0"/>
            </a:endParaRPr>
          </a:p>
          <a:p>
            <a:endParaRPr lang="en-US" sz="2500" b="1" dirty="0">
              <a:solidFill>
                <a:schemeClr val="bg2">
                  <a:lumMod val="25000"/>
                </a:schemeClr>
              </a:solidFill>
              <a:latin typeface="Syne" pitchFamily="2" charset="0"/>
            </a:endParaRPr>
          </a:p>
          <a:p>
            <a:endParaRPr lang="en-US" sz="2500" b="1" dirty="0">
              <a:solidFill>
                <a:schemeClr val="bg2">
                  <a:lumMod val="25000"/>
                </a:schemeClr>
              </a:solidFill>
              <a:latin typeface="Syne" pitchFamily="2" charset="0"/>
            </a:endParaRPr>
          </a:p>
          <a:p>
            <a:r>
              <a:rPr lang="en-US" sz="2500" b="1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18+ | </a:t>
            </a:r>
            <a:r>
              <a:rPr lang="en-US" sz="2500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Trade Responsibly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51370F-2D80-D761-EB13-960BEA597428}"/>
              </a:ext>
            </a:extLst>
          </p:cNvPr>
          <p:cNvSpPr txBox="1"/>
          <p:nvPr/>
        </p:nvSpPr>
        <p:spPr>
          <a:xfrm>
            <a:off x="195942" y="6488668"/>
            <a:ext cx="11800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Syne" pitchFamily="2" charset="0"/>
              </a:rPr>
              <a:t>© 2026 Skedee Inc. All Rights Reserved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FB8439-B755-728A-F286-29F15E50A9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7" b="24026"/>
          <a:stretch>
            <a:fillRect/>
          </a:stretch>
        </p:blipFill>
        <p:spPr bwMode="auto">
          <a:xfrm>
            <a:off x="8120750" y="3896188"/>
            <a:ext cx="3097485" cy="106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10D6AEE-BF4B-9435-E98F-E6FEDC32C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008" y="5077993"/>
            <a:ext cx="2890967" cy="86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782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7E1BD-AD2F-CA61-18BF-4720E2438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85410-87F8-C157-4E9C-4322B5C5F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26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49A7E0-A84C-2FF8-4E36-9F1AA78DF46D}"/>
              </a:ext>
            </a:extLst>
          </p:cNvPr>
          <p:cNvSpPr/>
          <p:nvPr/>
        </p:nvSpPr>
        <p:spPr>
          <a:xfrm>
            <a:off x="7186913" y="1718840"/>
            <a:ext cx="2286000" cy="2286000"/>
          </a:xfrm>
          <a:prstGeom prst="roundRect">
            <a:avLst>
              <a:gd name="adj" fmla="val 290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tx1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C15EEB-F021-17EE-B033-B88DF3D3AAF6}"/>
              </a:ext>
            </a:extLst>
          </p:cNvPr>
          <p:cNvSpPr/>
          <p:nvPr/>
        </p:nvSpPr>
        <p:spPr>
          <a:xfrm>
            <a:off x="4635385" y="1718840"/>
            <a:ext cx="2286000" cy="2286000"/>
          </a:xfrm>
          <a:prstGeom prst="roundRect">
            <a:avLst>
              <a:gd name="adj" fmla="val 290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latin typeface="Syne ExtraBold" pitchFamily="2" charset="0"/>
              </a:rPr>
              <a:t>$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C9DFA1-1D8D-3917-0AA9-4A97B348D485}"/>
              </a:ext>
            </a:extLst>
          </p:cNvPr>
          <p:cNvSpPr/>
          <p:nvPr/>
        </p:nvSpPr>
        <p:spPr>
          <a:xfrm>
            <a:off x="9738441" y="1718840"/>
            <a:ext cx="2286000" cy="2286000"/>
          </a:xfrm>
          <a:prstGeom prst="roundRect">
            <a:avLst>
              <a:gd name="adj" fmla="val 2904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accent4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080064-0E58-DBA1-27C2-FB5BDC5F3D71}"/>
              </a:ext>
            </a:extLst>
          </p:cNvPr>
          <p:cNvSpPr/>
          <p:nvPr/>
        </p:nvSpPr>
        <p:spPr>
          <a:xfrm>
            <a:off x="-1" y="393300"/>
            <a:ext cx="10324619" cy="11000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 err="1">
                <a:solidFill>
                  <a:schemeClr val="tx1"/>
                </a:solidFill>
                <a:latin typeface="Syne SemiBold" pitchFamily="2" charset="0"/>
              </a:rPr>
              <a:t>Skedee</a:t>
            </a:r>
            <a:r>
              <a:rPr lang="en-US" sz="7200" dirty="0">
                <a:solidFill>
                  <a:schemeClr val="tx1"/>
                </a:solidFill>
                <a:latin typeface="Syne SemiBold" pitchFamily="2" charset="0"/>
              </a:rPr>
              <a:t> Brand Assets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0FFAE7-D721-32EC-1ADB-691B13D1AF85}"/>
              </a:ext>
            </a:extLst>
          </p:cNvPr>
          <p:cNvSpPr/>
          <p:nvPr/>
        </p:nvSpPr>
        <p:spPr>
          <a:xfrm>
            <a:off x="-2" y="2166155"/>
            <a:ext cx="3315873" cy="11000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Syne SemiBold" pitchFamily="2" charset="0"/>
              </a:rPr>
              <a:t>Logos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A402F06-C188-7C8D-F2AB-214CC46F65A4}"/>
              </a:ext>
            </a:extLst>
          </p:cNvPr>
          <p:cNvSpPr/>
          <p:nvPr/>
        </p:nvSpPr>
        <p:spPr>
          <a:xfrm>
            <a:off x="4635385" y="4224519"/>
            <a:ext cx="2286000" cy="2286000"/>
          </a:xfrm>
          <a:custGeom>
            <a:avLst/>
            <a:gdLst>
              <a:gd name="csX0" fmla="*/ 0 w 2286000"/>
              <a:gd name="csY0" fmla="*/ 1143000 h 2286000"/>
              <a:gd name="csX1" fmla="*/ 1143000 w 2286000"/>
              <a:gd name="csY1" fmla="*/ 0 h 2286000"/>
              <a:gd name="csX2" fmla="*/ 2286000 w 2286000"/>
              <a:gd name="csY2" fmla="*/ 1143000 h 2286000"/>
              <a:gd name="csX3" fmla="*/ 1143000 w 2286000"/>
              <a:gd name="csY3" fmla="*/ 2286000 h 2286000"/>
              <a:gd name="csX4" fmla="*/ 0 w 2286000"/>
              <a:gd name="csY4" fmla="*/ 1143000 h 228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86000" h="2286000" fill="none" extrusionOk="0">
                <a:moveTo>
                  <a:pt x="0" y="1143000"/>
                </a:moveTo>
                <a:cubicBezTo>
                  <a:pt x="40281" y="489663"/>
                  <a:pt x="622278" y="-9317"/>
                  <a:pt x="1143000" y="0"/>
                </a:cubicBezTo>
                <a:cubicBezTo>
                  <a:pt x="1678504" y="60667"/>
                  <a:pt x="2322697" y="517209"/>
                  <a:pt x="2286000" y="1143000"/>
                </a:cubicBezTo>
                <a:cubicBezTo>
                  <a:pt x="2322321" y="1734647"/>
                  <a:pt x="1710879" y="2265358"/>
                  <a:pt x="1143000" y="2286000"/>
                </a:cubicBezTo>
                <a:cubicBezTo>
                  <a:pt x="496864" y="2295468"/>
                  <a:pt x="5452" y="1784763"/>
                  <a:pt x="0" y="1143000"/>
                </a:cubicBezTo>
                <a:close/>
              </a:path>
              <a:path w="2286000" h="2286000" stroke="0" extrusionOk="0">
                <a:moveTo>
                  <a:pt x="0" y="1143000"/>
                </a:moveTo>
                <a:cubicBezTo>
                  <a:pt x="25954" y="488118"/>
                  <a:pt x="534634" y="58091"/>
                  <a:pt x="1143000" y="0"/>
                </a:cubicBezTo>
                <a:cubicBezTo>
                  <a:pt x="1764974" y="-5136"/>
                  <a:pt x="2212690" y="536279"/>
                  <a:pt x="2286000" y="1143000"/>
                </a:cubicBezTo>
                <a:cubicBezTo>
                  <a:pt x="2329888" y="1790485"/>
                  <a:pt x="1758304" y="2306217"/>
                  <a:pt x="1143000" y="2286000"/>
                </a:cubicBezTo>
                <a:cubicBezTo>
                  <a:pt x="549321" y="2315594"/>
                  <a:pt x="-51558" y="1804081"/>
                  <a:pt x="0" y="114300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bg1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1F3FAF-8807-31F1-871F-7C9978DF12AA}"/>
              </a:ext>
            </a:extLst>
          </p:cNvPr>
          <p:cNvSpPr/>
          <p:nvPr/>
        </p:nvSpPr>
        <p:spPr>
          <a:xfrm>
            <a:off x="7186913" y="4224519"/>
            <a:ext cx="2286000" cy="2286000"/>
          </a:xfrm>
          <a:custGeom>
            <a:avLst/>
            <a:gdLst>
              <a:gd name="csX0" fmla="*/ 0 w 2286000"/>
              <a:gd name="csY0" fmla="*/ 1143000 h 2286000"/>
              <a:gd name="csX1" fmla="*/ 1143000 w 2286000"/>
              <a:gd name="csY1" fmla="*/ 0 h 2286000"/>
              <a:gd name="csX2" fmla="*/ 2286000 w 2286000"/>
              <a:gd name="csY2" fmla="*/ 1143000 h 2286000"/>
              <a:gd name="csX3" fmla="*/ 1143000 w 2286000"/>
              <a:gd name="csY3" fmla="*/ 2286000 h 2286000"/>
              <a:gd name="csX4" fmla="*/ 0 w 2286000"/>
              <a:gd name="csY4" fmla="*/ 1143000 h 228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86000" h="2286000" fill="none" extrusionOk="0">
                <a:moveTo>
                  <a:pt x="0" y="1143000"/>
                </a:moveTo>
                <a:cubicBezTo>
                  <a:pt x="40281" y="489663"/>
                  <a:pt x="622278" y="-9317"/>
                  <a:pt x="1143000" y="0"/>
                </a:cubicBezTo>
                <a:cubicBezTo>
                  <a:pt x="1678504" y="60667"/>
                  <a:pt x="2322697" y="517209"/>
                  <a:pt x="2286000" y="1143000"/>
                </a:cubicBezTo>
                <a:cubicBezTo>
                  <a:pt x="2322321" y="1734647"/>
                  <a:pt x="1710879" y="2265358"/>
                  <a:pt x="1143000" y="2286000"/>
                </a:cubicBezTo>
                <a:cubicBezTo>
                  <a:pt x="496864" y="2295468"/>
                  <a:pt x="5452" y="1784763"/>
                  <a:pt x="0" y="1143000"/>
                </a:cubicBezTo>
                <a:close/>
              </a:path>
              <a:path w="2286000" h="2286000" stroke="0" extrusionOk="0">
                <a:moveTo>
                  <a:pt x="0" y="1143000"/>
                </a:moveTo>
                <a:cubicBezTo>
                  <a:pt x="25954" y="488118"/>
                  <a:pt x="534634" y="58091"/>
                  <a:pt x="1143000" y="0"/>
                </a:cubicBezTo>
                <a:cubicBezTo>
                  <a:pt x="1764974" y="-5136"/>
                  <a:pt x="2212690" y="536279"/>
                  <a:pt x="2286000" y="1143000"/>
                </a:cubicBezTo>
                <a:cubicBezTo>
                  <a:pt x="2329888" y="1790485"/>
                  <a:pt x="1758304" y="2306217"/>
                  <a:pt x="1143000" y="2286000"/>
                </a:cubicBezTo>
                <a:cubicBezTo>
                  <a:pt x="549321" y="2315594"/>
                  <a:pt x="-51558" y="1804081"/>
                  <a:pt x="0" y="114300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tx1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C01358-472C-A552-A327-8F5B0A745090}"/>
              </a:ext>
            </a:extLst>
          </p:cNvPr>
          <p:cNvSpPr/>
          <p:nvPr/>
        </p:nvSpPr>
        <p:spPr>
          <a:xfrm>
            <a:off x="9738441" y="4190034"/>
            <a:ext cx="2286000" cy="2286000"/>
          </a:xfrm>
          <a:custGeom>
            <a:avLst/>
            <a:gdLst>
              <a:gd name="csX0" fmla="*/ 0 w 2286000"/>
              <a:gd name="csY0" fmla="*/ 1143000 h 2286000"/>
              <a:gd name="csX1" fmla="*/ 1143000 w 2286000"/>
              <a:gd name="csY1" fmla="*/ 0 h 2286000"/>
              <a:gd name="csX2" fmla="*/ 2286000 w 2286000"/>
              <a:gd name="csY2" fmla="*/ 1143000 h 2286000"/>
              <a:gd name="csX3" fmla="*/ 1143000 w 2286000"/>
              <a:gd name="csY3" fmla="*/ 2286000 h 2286000"/>
              <a:gd name="csX4" fmla="*/ 0 w 2286000"/>
              <a:gd name="csY4" fmla="*/ 1143000 h 228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86000" h="2286000" fill="none" extrusionOk="0">
                <a:moveTo>
                  <a:pt x="0" y="1143000"/>
                </a:moveTo>
                <a:cubicBezTo>
                  <a:pt x="40281" y="489663"/>
                  <a:pt x="622278" y="-9317"/>
                  <a:pt x="1143000" y="0"/>
                </a:cubicBezTo>
                <a:cubicBezTo>
                  <a:pt x="1678504" y="60667"/>
                  <a:pt x="2322697" y="517209"/>
                  <a:pt x="2286000" y="1143000"/>
                </a:cubicBezTo>
                <a:cubicBezTo>
                  <a:pt x="2322321" y="1734647"/>
                  <a:pt x="1710879" y="2265358"/>
                  <a:pt x="1143000" y="2286000"/>
                </a:cubicBezTo>
                <a:cubicBezTo>
                  <a:pt x="496864" y="2295468"/>
                  <a:pt x="5452" y="1784763"/>
                  <a:pt x="0" y="1143000"/>
                </a:cubicBezTo>
                <a:close/>
              </a:path>
              <a:path w="2286000" h="2286000" stroke="0" extrusionOk="0">
                <a:moveTo>
                  <a:pt x="0" y="1143000"/>
                </a:moveTo>
                <a:cubicBezTo>
                  <a:pt x="25954" y="488118"/>
                  <a:pt x="534634" y="58091"/>
                  <a:pt x="1143000" y="0"/>
                </a:cubicBezTo>
                <a:cubicBezTo>
                  <a:pt x="1764974" y="-5136"/>
                  <a:pt x="2212690" y="536279"/>
                  <a:pt x="2286000" y="1143000"/>
                </a:cubicBezTo>
                <a:cubicBezTo>
                  <a:pt x="2329888" y="1790485"/>
                  <a:pt x="1758304" y="2306217"/>
                  <a:pt x="1143000" y="2286000"/>
                </a:cubicBezTo>
                <a:cubicBezTo>
                  <a:pt x="549321" y="2315594"/>
                  <a:pt x="-51558" y="1804081"/>
                  <a:pt x="0" y="114300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accent4"/>
                </a:solidFill>
                <a:latin typeface="Syne ExtraBold" pitchFamily="2" charset="0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828719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1F5C06D1-011A-46D1-12DA-96EAD2B4CBA3}"/>
              </a:ext>
            </a:extLst>
          </p:cNvPr>
          <p:cNvSpPr/>
          <p:nvPr/>
        </p:nvSpPr>
        <p:spPr>
          <a:xfrm>
            <a:off x="4635385" y="4224519"/>
            <a:ext cx="2286000" cy="2286000"/>
          </a:xfrm>
          <a:custGeom>
            <a:avLst/>
            <a:gdLst>
              <a:gd name="csX0" fmla="*/ 0 w 2286000"/>
              <a:gd name="csY0" fmla="*/ 1143000 h 2286000"/>
              <a:gd name="csX1" fmla="*/ 1143000 w 2286000"/>
              <a:gd name="csY1" fmla="*/ 0 h 2286000"/>
              <a:gd name="csX2" fmla="*/ 2286000 w 2286000"/>
              <a:gd name="csY2" fmla="*/ 1143000 h 2286000"/>
              <a:gd name="csX3" fmla="*/ 1143000 w 2286000"/>
              <a:gd name="csY3" fmla="*/ 2286000 h 2286000"/>
              <a:gd name="csX4" fmla="*/ 0 w 2286000"/>
              <a:gd name="csY4" fmla="*/ 1143000 h 228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86000" h="2286000" fill="none" extrusionOk="0">
                <a:moveTo>
                  <a:pt x="0" y="1143000"/>
                </a:moveTo>
                <a:cubicBezTo>
                  <a:pt x="40281" y="489663"/>
                  <a:pt x="622278" y="-9317"/>
                  <a:pt x="1143000" y="0"/>
                </a:cubicBezTo>
                <a:cubicBezTo>
                  <a:pt x="1678504" y="60667"/>
                  <a:pt x="2322697" y="517209"/>
                  <a:pt x="2286000" y="1143000"/>
                </a:cubicBezTo>
                <a:cubicBezTo>
                  <a:pt x="2322321" y="1734647"/>
                  <a:pt x="1710879" y="2265358"/>
                  <a:pt x="1143000" y="2286000"/>
                </a:cubicBezTo>
                <a:cubicBezTo>
                  <a:pt x="496864" y="2295468"/>
                  <a:pt x="5452" y="1784763"/>
                  <a:pt x="0" y="1143000"/>
                </a:cubicBezTo>
                <a:close/>
              </a:path>
              <a:path w="2286000" h="2286000" stroke="0" extrusionOk="0">
                <a:moveTo>
                  <a:pt x="0" y="1143000"/>
                </a:moveTo>
                <a:cubicBezTo>
                  <a:pt x="25954" y="488118"/>
                  <a:pt x="534634" y="58091"/>
                  <a:pt x="1143000" y="0"/>
                </a:cubicBezTo>
                <a:cubicBezTo>
                  <a:pt x="1764974" y="-5136"/>
                  <a:pt x="2212690" y="536279"/>
                  <a:pt x="2286000" y="1143000"/>
                </a:cubicBezTo>
                <a:cubicBezTo>
                  <a:pt x="2329888" y="1790485"/>
                  <a:pt x="1758304" y="2306217"/>
                  <a:pt x="1143000" y="2286000"/>
                </a:cubicBezTo>
                <a:cubicBezTo>
                  <a:pt x="549321" y="2315594"/>
                  <a:pt x="-51558" y="1804081"/>
                  <a:pt x="0" y="114300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bg1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79F35C7-6CEE-6F88-5979-20E515F16A4D}"/>
              </a:ext>
            </a:extLst>
          </p:cNvPr>
          <p:cNvSpPr/>
          <p:nvPr/>
        </p:nvSpPr>
        <p:spPr>
          <a:xfrm>
            <a:off x="7186913" y="4224519"/>
            <a:ext cx="2286000" cy="2286000"/>
          </a:xfrm>
          <a:custGeom>
            <a:avLst/>
            <a:gdLst>
              <a:gd name="csX0" fmla="*/ 0 w 2286000"/>
              <a:gd name="csY0" fmla="*/ 1143000 h 2286000"/>
              <a:gd name="csX1" fmla="*/ 1143000 w 2286000"/>
              <a:gd name="csY1" fmla="*/ 0 h 2286000"/>
              <a:gd name="csX2" fmla="*/ 2286000 w 2286000"/>
              <a:gd name="csY2" fmla="*/ 1143000 h 2286000"/>
              <a:gd name="csX3" fmla="*/ 1143000 w 2286000"/>
              <a:gd name="csY3" fmla="*/ 2286000 h 2286000"/>
              <a:gd name="csX4" fmla="*/ 0 w 2286000"/>
              <a:gd name="csY4" fmla="*/ 1143000 h 228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86000" h="2286000" fill="none" extrusionOk="0">
                <a:moveTo>
                  <a:pt x="0" y="1143000"/>
                </a:moveTo>
                <a:cubicBezTo>
                  <a:pt x="40281" y="489663"/>
                  <a:pt x="622278" y="-9317"/>
                  <a:pt x="1143000" y="0"/>
                </a:cubicBezTo>
                <a:cubicBezTo>
                  <a:pt x="1678504" y="60667"/>
                  <a:pt x="2322697" y="517209"/>
                  <a:pt x="2286000" y="1143000"/>
                </a:cubicBezTo>
                <a:cubicBezTo>
                  <a:pt x="2322321" y="1734647"/>
                  <a:pt x="1710879" y="2265358"/>
                  <a:pt x="1143000" y="2286000"/>
                </a:cubicBezTo>
                <a:cubicBezTo>
                  <a:pt x="496864" y="2295468"/>
                  <a:pt x="5452" y="1784763"/>
                  <a:pt x="0" y="1143000"/>
                </a:cubicBezTo>
                <a:close/>
              </a:path>
              <a:path w="2286000" h="2286000" stroke="0" extrusionOk="0">
                <a:moveTo>
                  <a:pt x="0" y="1143000"/>
                </a:moveTo>
                <a:cubicBezTo>
                  <a:pt x="25954" y="488118"/>
                  <a:pt x="534634" y="58091"/>
                  <a:pt x="1143000" y="0"/>
                </a:cubicBezTo>
                <a:cubicBezTo>
                  <a:pt x="1764974" y="-5136"/>
                  <a:pt x="2212690" y="536279"/>
                  <a:pt x="2286000" y="1143000"/>
                </a:cubicBezTo>
                <a:cubicBezTo>
                  <a:pt x="2329888" y="1790485"/>
                  <a:pt x="1758304" y="2306217"/>
                  <a:pt x="1143000" y="2286000"/>
                </a:cubicBezTo>
                <a:cubicBezTo>
                  <a:pt x="549321" y="2315594"/>
                  <a:pt x="-51558" y="1804081"/>
                  <a:pt x="0" y="114300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tx1"/>
                </a:solidFill>
                <a:latin typeface="Syne ExtraBold" pitchFamily="2" charset="0"/>
              </a:rPr>
              <a:t>$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D4A08A-D67D-3D77-C961-7B017B1124BB}"/>
              </a:ext>
            </a:extLst>
          </p:cNvPr>
          <p:cNvSpPr/>
          <p:nvPr/>
        </p:nvSpPr>
        <p:spPr>
          <a:xfrm>
            <a:off x="9738441" y="4190034"/>
            <a:ext cx="2286000" cy="2286000"/>
          </a:xfrm>
          <a:custGeom>
            <a:avLst/>
            <a:gdLst>
              <a:gd name="csX0" fmla="*/ 0 w 2286000"/>
              <a:gd name="csY0" fmla="*/ 1143000 h 2286000"/>
              <a:gd name="csX1" fmla="*/ 1143000 w 2286000"/>
              <a:gd name="csY1" fmla="*/ 0 h 2286000"/>
              <a:gd name="csX2" fmla="*/ 2286000 w 2286000"/>
              <a:gd name="csY2" fmla="*/ 1143000 h 2286000"/>
              <a:gd name="csX3" fmla="*/ 1143000 w 2286000"/>
              <a:gd name="csY3" fmla="*/ 2286000 h 2286000"/>
              <a:gd name="csX4" fmla="*/ 0 w 2286000"/>
              <a:gd name="csY4" fmla="*/ 1143000 h 228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86000" h="2286000" fill="none" extrusionOk="0">
                <a:moveTo>
                  <a:pt x="0" y="1143000"/>
                </a:moveTo>
                <a:cubicBezTo>
                  <a:pt x="40281" y="489663"/>
                  <a:pt x="622278" y="-9317"/>
                  <a:pt x="1143000" y="0"/>
                </a:cubicBezTo>
                <a:cubicBezTo>
                  <a:pt x="1678504" y="60667"/>
                  <a:pt x="2322697" y="517209"/>
                  <a:pt x="2286000" y="1143000"/>
                </a:cubicBezTo>
                <a:cubicBezTo>
                  <a:pt x="2322321" y="1734647"/>
                  <a:pt x="1710879" y="2265358"/>
                  <a:pt x="1143000" y="2286000"/>
                </a:cubicBezTo>
                <a:cubicBezTo>
                  <a:pt x="496864" y="2295468"/>
                  <a:pt x="5452" y="1784763"/>
                  <a:pt x="0" y="1143000"/>
                </a:cubicBezTo>
                <a:close/>
              </a:path>
              <a:path w="2286000" h="2286000" stroke="0" extrusionOk="0">
                <a:moveTo>
                  <a:pt x="0" y="1143000"/>
                </a:moveTo>
                <a:cubicBezTo>
                  <a:pt x="25954" y="488118"/>
                  <a:pt x="534634" y="58091"/>
                  <a:pt x="1143000" y="0"/>
                </a:cubicBezTo>
                <a:cubicBezTo>
                  <a:pt x="1764974" y="-5136"/>
                  <a:pt x="2212690" y="536279"/>
                  <a:pt x="2286000" y="1143000"/>
                </a:cubicBezTo>
                <a:cubicBezTo>
                  <a:pt x="2329888" y="1790485"/>
                  <a:pt x="1758304" y="2306217"/>
                  <a:pt x="1143000" y="2286000"/>
                </a:cubicBezTo>
                <a:cubicBezTo>
                  <a:pt x="549321" y="2315594"/>
                  <a:pt x="-51558" y="1804081"/>
                  <a:pt x="0" y="114300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0" dirty="0">
                <a:solidFill>
                  <a:schemeClr val="accent4"/>
                </a:solidFill>
                <a:latin typeface="Syne ExtraBold" pitchFamily="2" charset="0"/>
              </a:rPr>
              <a:t>$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4E3DBA-1EAA-2A38-C1B7-49394BD58E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54" t="12670" r="29956" b="26541"/>
          <a:stretch>
            <a:fillRect/>
          </a:stretch>
        </p:blipFill>
        <p:spPr>
          <a:xfrm>
            <a:off x="1099595" y="856527"/>
            <a:ext cx="2442258" cy="24422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FCBC9C-A31A-54D6-C881-3A50FCD96C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45" t="12670" r="29766" b="26541"/>
          <a:stretch>
            <a:fillRect/>
          </a:stretch>
        </p:blipFill>
        <p:spPr>
          <a:xfrm>
            <a:off x="1099593" y="856528"/>
            <a:ext cx="2442259" cy="244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294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230266-2252-8B4B-956C-C4C791AC45A5}"/>
              </a:ext>
            </a:extLst>
          </p:cNvPr>
          <p:cNvSpPr/>
          <p:nvPr/>
        </p:nvSpPr>
        <p:spPr>
          <a:xfrm>
            <a:off x="-1" y="291055"/>
            <a:ext cx="7430947" cy="11000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Syne SemiBold" pitchFamily="2" charset="0"/>
              </a:rPr>
              <a:t>Typography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1FA417-9C77-5EA6-4604-445F0F678985}"/>
              </a:ext>
            </a:extLst>
          </p:cNvPr>
          <p:cNvSpPr/>
          <p:nvPr/>
        </p:nvSpPr>
        <p:spPr>
          <a:xfrm>
            <a:off x="0" y="1751394"/>
            <a:ext cx="5254906" cy="51066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Syne" pitchFamily="2" charset="0"/>
              </a:rPr>
              <a:t>Syne</a:t>
            </a:r>
          </a:p>
          <a:p>
            <a:r>
              <a:rPr lang="en-US" sz="4800" dirty="0">
                <a:solidFill>
                  <a:schemeClr val="tx1"/>
                </a:solidFill>
                <a:latin typeface="Syne" pitchFamily="2" charset="0"/>
              </a:rPr>
              <a:t>Syne Medium</a:t>
            </a:r>
          </a:p>
          <a:p>
            <a:r>
              <a:rPr lang="en-US" sz="4800" dirty="0">
                <a:solidFill>
                  <a:schemeClr val="tx1"/>
                </a:solidFill>
                <a:latin typeface="Syne" pitchFamily="2" charset="0"/>
              </a:rPr>
              <a:t>Syne </a:t>
            </a:r>
            <a:r>
              <a:rPr lang="en-US" sz="4800" dirty="0" err="1">
                <a:solidFill>
                  <a:schemeClr val="tx1"/>
                </a:solidFill>
                <a:latin typeface="Syne" pitchFamily="2" charset="0"/>
              </a:rPr>
              <a:t>SemiBold</a:t>
            </a:r>
            <a:endParaRPr lang="en-US" sz="4800" dirty="0">
              <a:solidFill>
                <a:schemeClr val="tx1"/>
              </a:solidFill>
              <a:latin typeface="Syne" pitchFamily="2" charset="0"/>
            </a:endParaRPr>
          </a:p>
          <a:p>
            <a:r>
              <a:rPr lang="en-US" sz="4800" dirty="0">
                <a:solidFill>
                  <a:schemeClr val="tx1"/>
                </a:solidFill>
                <a:latin typeface="Syne" pitchFamily="2" charset="0"/>
              </a:rPr>
              <a:t>Syne </a:t>
            </a:r>
            <a:r>
              <a:rPr lang="en-US" sz="4800" dirty="0" err="1">
                <a:solidFill>
                  <a:schemeClr val="tx1"/>
                </a:solidFill>
                <a:latin typeface="Syne" pitchFamily="2" charset="0"/>
              </a:rPr>
              <a:t>ExtraBold</a:t>
            </a:r>
            <a:endParaRPr lang="en-US" sz="4800" dirty="0">
              <a:solidFill>
                <a:schemeClr val="tx1"/>
              </a:solidFill>
              <a:latin typeface="Syne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47098F-C99B-DE78-78D1-4352540EB67C}"/>
              </a:ext>
            </a:extLst>
          </p:cNvPr>
          <p:cNvSpPr/>
          <p:nvPr/>
        </p:nvSpPr>
        <p:spPr>
          <a:xfrm>
            <a:off x="7268900" y="1751394"/>
            <a:ext cx="4082005" cy="51066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800" dirty="0" err="1">
                <a:solidFill>
                  <a:schemeClr val="tx1"/>
                </a:solidFill>
                <a:latin typeface="Syne" pitchFamily="2" charset="0"/>
              </a:rPr>
              <a:t>Skedee</a:t>
            </a:r>
            <a:endParaRPr lang="en-US" sz="4800" dirty="0">
              <a:solidFill>
                <a:schemeClr val="tx1"/>
              </a:solidFill>
              <a:latin typeface="Syne" pitchFamily="2" charset="0"/>
            </a:endParaRPr>
          </a:p>
          <a:p>
            <a:pPr algn="r"/>
            <a:r>
              <a:rPr lang="en-US" sz="4800" dirty="0" err="1">
                <a:solidFill>
                  <a:schemeClr val="tx1"/>
                </a:solidFill>
                <a:latin typeface="Syne Medium" pitchFamily="2" charset="0"/>
              </a:rPr>
              <a:t>Skedee</a:t>
            </a:r>
            <a:endParaRPr lang="en-US" sz="4800" dirty="0">
              <a:solidFill>
                <a:schemeClr val="tx1"/>
              </a:solidFill>
              <a:latin typeface="Syne Medium" pitchFamily="2" charset="0"/>
            </a:endParaRPr>
          </a:p>
          <a:p>
            <a:pPr algn="r"/>
            <a:r>
              <a:rPr lang="en-US" sz="4800" dirty="0" err="1">
                <a:solidFill>
                  <a:schemeClr val="tx1"/>
                </a:solidFill>
                <a:latin typeface="Syne SemiBold" pitchFamily="2" charset="0"/>
              </a:rPr>
              <a:t>Skedee</a:t>
            </a:r>
            <a:endParaRPr lang="en-US" sz="4800" dirty="0">
              <a:solidFill>
                <a:schemeClr val="tx1"/>
              </a:solidFill>
              <a:latin typeface="Syne SemiBold" pitchFamily="2" charset="0"/>
            </a:endParaRPr>
          </a:p>
          <a:p>
            <a:pPr algn="r"/>
            <a:r>
              <a:rPr lang="en-US" sz="4800" dirty="0" err="1">
                <a:solidFill>
                  <a:schemeClr val="tx1"/>
                </a:solidFill>
                <a:latin typeface="Syne Extra" panose="00000A07000000000000" pitchFamily="2" charset="0"/>
              </a:rPr>
              <a:t>Skedee</a:t>
            </a:r>
            <a:endParaRPr lang="en-US" sz="4800" dirty="0">
              <a:solidFill>
                <a:schemeClr val="tx1"/>
              </a:solidFill>
              <a:latin typeface="Syne Extra" panose="00000A07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544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68</Words>
  <Application>Microsoft Office PowerPoint</Application>
  <PresentationFormat>Widescreen</PresentationFormat>
  <Paragraphs>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Syne</vt:lpstr>
      <vt:lpstr>Syne Extra</vt:lpstr>
      <vt:lpstr>Syne ExtraBold</vt:lpstr>
      <vt:lpstr>Syne Medium</vt:lpstr>
      <vt:lpstr>Syne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Jaden Kadiri</dc:creator>
  <cp:lastModifiedBy>Jaden Kadiri</cp:lastModifiedBy>
  <cp:revision>1</cp:revision>
  <dcterms:created xsi:type="dcterms:W3CDTF">2026-05-11T22:08:25Z</dcterms:created>
  <dcterms:modified xsi:type="dcterms:W3CDTF">2026-05-16T20:54:05Z</dcterms:modified>
</cp:coreProperties>
</file>